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2" r:id="rId4"/>
  </p:sldMasterIdLst>
  <p:notesMasterIdLst>
    <p:notesMasterId r:id="rId11"/>
  </p:notesMasterIdLst>
  <p:handoutMasterIdLst>
    <p:handoutMasterId r:id="rId12"/>
  </p:handoutMasterIdLst>
  <p:sldIdLst>
    <p:sldId id="2147468605" r:id="rId5"/>
    <p:sldId id="2147468609" r:id="rId6"/>
    <p:sldId id="2147468610" r:id="rId7"/>
    <p:sldId id="2147468611" r:id="rId8"/>
    <p:sldId id="2147468612" r:id="rId9"/>
    <p:sldId id="2147468615" r:id="rId10"/>
  </p:sldIdLst>
  <p:sldSz cx="24382413" cy="13716000"/>
  <p:notesSz cx="7077075" cy="93630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ristian Askland" initials="CA" lastIdx="1" clrIdx="0">
    <p:extLst>
      <p:ext uri="{19B8F6BF-5375-455C-9EA6-DF929625EA0E}">
        <p15:presenceInfo xmlns:p15="http://schemas.microsoft.com/office/powerpoint/2012/main" userId="S::caskland@opentext.com::8ff51843-0e16-4f8e-959a-0c5c9e688fae" providerId="AD"/>
      </p:ext>
    </p:extLst>
  </p:cmAuthor>
  <p:cmAuthor id="2" name="Tami May" initials="TM" lastIdx="36" clrIdx="1">
    <p:extLst>
      <p:ext uri="{19B8F6BF-5375-455C-9EA6-DF929625EA0E}">
        <p15:presenceInfo xmlns:p15="http://schemas.microsoft.com/office/powerpoint/2012/main" userId="S::tmay@opentext.com::92e43d2f-80e5-4e7e-b9a5-765e0570df5f" providerId="AD"/>
      </p:ext>
    </p:extLst>
  </p:cmAuthor>
  <p:cmAuthor id="3" name="Randy Sparks" initials="RS" lastIdx="1" clrIdx="2">
    <p:extLst>
      <p:ext uri="{19B8F6BF-5375-455C-9EA6-DF929625EA0E}">
        <p15:presenceInfo xmlns:p15="http://schemas.microsoft.com/office/powerpoint/2012/main" userId="S::rsparks@opentext.com::964e01fb-75f8-4d42-bd0e-8cdeb4c8fd2f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5B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583009-C7B2-43E7-B110-55CADBA31F51}" v="2" dt="2026-01-16T00:16:15.3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799" autoAdjust="0"/>
    <p:restoredTop sz="95706" autoAdjust="0"/>
  </p:normalViewPr>
  <p:slideViewPr>
    <p:cSldViewPr snapToGrid="0">
      <p:cViewPr varScale="1">
        <p:scale>
          <a:sx n="46" d="100"/>
          <a:sy n="46" d="100"/>
        </p:scale>
        <p:origin x="758" y="53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commentAuthors" Target="commentAuthors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malraj Ramalingam" userId="269b658f-3b5e-461f-b99d-1a119f945024" providerId="ADAL" clId="{E14E782F-7D68-4396-99CE-945D7396F06F}"/>
    <pc:docChg chg="delSld modSld">
      <pc:chgData name="Kamalraj Ramalingam" userId="269b658f-3b5e-461f-b99d-1a119f945024" providerId="ADAL" clId="{E14E782F-7D68-4396-99CE-945D7396F06F}" dt="2026-01-16T22:53:52.961" v="58" actId="20577"/>
      <pc:docMkLst>
        <pc:docMk/>
      </pc:docMkLst>
      <pc:sldChg chg="modSp mod">
        <pc:chgData name="Kamalraj Ramalingam" userId="269b658f-3b5e-461f-b99d-1a119f945024" providerId="ADAL" clId="{E14E782F-7D68-4396-99CE-945D7396F06F}" dt="2026-01-16T22:53:52.961" v="58" actId="20577"/>
        <pc:sldMkLst>
          <pc:docMk/>
          <pc:sldMk cId="2459087129" sldId="2147468605"/>
        </pc:sldMkLst>
        <pc:spChg chg="mod">
          <ac:chgData name="Kamalraj Ramalingam" userId="269b658f-3b5e-461f-b99d-1a119f945024" providerId="ADAL" clId="{E14E782F-7D68-4396-99CE-945D7396F06F}" dt="2026-01-16T22:53:52.961" v="58" actId="20577"/>
          <ac:spMkLst>
            <pc:docMk/>
            <pc:sldMk cId="2459087129" sldId="2147468605"/>
            <ac:spMk id="9" creationId="{A63FADC8-8432-A94C-BBA4-D31DEC3AAB19}"/>
          </ac:spMkLst>
        </pc:spChg>
      </pc:sldChg>
      <pc:sldChg chg="modSp mod">
        <pc:chgData name="Kamalraj Ramalingam" userId="269b658f-3b5e-461f-b99d-1a119f945024" providerId="ADAL" clId="{E14E782F-7D68-4396-99CE-945D7396F06F}" dt="2026-01-16T00:16:15.358" v="56" actId="20577"/>
        <pc:sldMkLst>
          <pc:docMk/>
          <pc:sldMk cId="3040073163" sldId="2147468610"/>
        </pc:sldMkLst>
        <pc:spChg chg="mod">
          <ac:chgData name="Kamalraj Ramalingam" userId="269b658f-3b5e-461f-b99d-1a119f945024" providerId="ADAL" clId="{E14E782F-7D68-4396-99CE-945D7396F06F}" dt="2026-01-16T00:16:15.358" v="56" actId="20577"/>
          <ac:spMkLst>
            <pc:docMk/>
            <pc:sldMk cId="3040073163" sldId="2147468610"/>
            <ac:spMk id="70" creationId="{451911C8-AA3E-4166-9F69-93C7751D7F89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D2CD4C5-FDC7-4DEE-B9B9-B749EB8A481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67050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9EC04C-D274-4563-A684-0AE2E890F34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08438" y="0"/>
            <a:ext cx="3067050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F98CB7-1E61-41EF-8267-4005FAF76589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1FDFD6-C472-4EAB-B79B-AF57EFCF5FF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93175"/>
            <a:ext cx="3067050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3F7A23-CE4F-4D7D-838D-7565F674F8B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08438" y="8893175"/>
            <a:ext cx="3067050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AC9AD4-4BC0-4330-9D38-764646ED0F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70638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66733" cy="469780"/>
          </a:xfrm>
          <a:prstGeom prst="rect">
            <a:avLst/>
          </a:prstGeom>
        </p:spPr>
        <p:txBody>
          <a:bodyPr vert="horz" lIns="93936" tIns="46968" rIns="93936" bIns="46968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08705" y="0"/>
            <a:ext cx="3066733" cy="469780"/>
          </a:xfrm>
          <a:prstGeom prst="rect">
            <a:avLst/>
          </a:prstGeom>
        </p:spPr>
        <p:txBody>
          <a:bodyPr vert="horz" lIns="93936" tIns="46968" rIns="93936" bIns="46968" rtlCol="0"/>
          <a:lstStyle>
            <a:lvl1pPr algn="r">
              <a:defRPr sz="1200"/>
            </a:lvl1pPr>
          </a:lstStyle>
          <a:p>
            <a:fld id="{86E979D7-F5AC-074B-B585-7868A6C62342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28663" y="1169988"/>
            <a:ext cx="5619750" cy="31607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936" tIns="46968" rIns="93936" bIns="46968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7708" y="4505980"/>
            <a:ext cx="5661660" cy="3686711"/>
          </a:xfrm>
          <a:prstGeom prst="rect">
            <a:avLst/>
          </a:prstGeom>
        </p:spPr>
        <p:txBody>
          <a:bodyPr vert="horz" lIns="93936" tIns="46968" rIns="93936" bIns="46968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93297"/>
            <a:ext cx="3066733" cy="469779"/>
          </a:xfrm>
          <a:prstGeom prst="rect">
            <a:avLst/>
          </a:prstGeom>
        </p:spPr>
        <p:txBody>
          <a:bodyPr vert="horz" lIns="93936" tIns="46968" rIns="93936" bIns="46968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08705" y="8893297"/>
            <a:ext cx="3066733" cy="469779"/>
          </a:xfrm>
          <a:prstGeom prst="rect">
            <a:avLst/>
          </a:prstGeom>
        </p:spPr>
        <p:txBody>
          <a:bodyPr vert="horz" lIns="93936" tIns="46968" rIns="93936" bIns="46968" rtlCol="0" anchor="b"/>
          <a:lstStyle>
            <a:lvl1pPr algn="r">
              <a:defRPr sz="1200"/>
            </a:lvl1pPr>
          </a:lstStyle>
          <a:p>
            <a:fld id="{81E8DDD1-F227-FC43-8955-1CA4E721BD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35351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>
                <a:srgbClr val="4472C4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fld id="{741FBE31-DD27-274B-BAA7-3FE0E05A5A5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ts val="800"/>
                </a:spcBef>
                <a:spcAft>
                  <a:spcPts val="300"/>
                </a:spcAft>
                <a:buClr>
                  <a:srgbClr val="4472C4"/>
                </a:buClr>
                <a:buSzPct val="110000"/>
                <a:buFont typeface="Arial" panose="020B0604020202020204" pitchFamily="34" charset="0"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52185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>
                <a:srgbClr val="4472C4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fld id="{741FBE31-DD27-274B-BAA7-3FE0E05A5A5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ts val="800"/>
                </a:spcBef>
                <a:spcAft>
                  <a:spcPts val="300"/>
                </a:spcAft>
                <a:buClr>
                  <a:srgbClr val="4472C4"/>
                </a:buClr>
                <a:buSzPct val="110000"/>
                <a:buFont typeface="Arial" panose="020B0604020202020204" pitchFamily="34" charset="0"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35628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>
                <a:srgbClr val="4472C4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fld id="{741FBE31-DD27-274B-BAA7-3FE0E05A5A5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ts val="800"/>
                </a:spcBef>
                <a:spcAft>
                  <a:spcPts val="300"/>
                </a:spcAft>
                <a:buClr>
                  <a:srgbClr val="4472C4"/>
                </a:buClr>
                <a:buSzPct val="110000"/>
                <a:buFont typeface="Arial" panose="020B0604020202020204" pitchFamily="34" charset="0"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60862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hape&#10;&#10;Description automatically generated with medium confidence">
            <a:extLst>
              <a:ext uri="{FF2B5EF4-FFF2-40B4-BE49-F238E27FC236}">
                <a16:creationId xmlns:a16="http://schemas.microsoft.com/office/drawing/2014/main" id="{69EC3411-C227-78FA-3957-A15A0635B4E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2413" cy="13716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07753DC-3055-9449-BDD6-0C10AF80A56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27016" y="1162260"/>
            <a:ext cx="5778724" cy="1088816"/>
          </a:xfrm>
          <a:prstGeom prst="rect">
            <a:avLst/>
          </a:prstGeom>
        </p:spPr>
      </p:pic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96D82020-977B-074A-ABCD-112BD3B94A4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27016" y="9994271"/>
            <a:ext cx="23328382" cy="1249382"/>
          </a:xfrm>
          <a:prstGeom prst="rect">
            <a:avLst/>
          </a:prstGeom>
        </p:spPr>
        <p:txBody>
          <a:bodyPr lIns="0" tIns="0" anchor="ctr">
            <a:noAutofit/>
          </a:bodyPr>
          <a:lstStyle>
            <a:lvl1pPr marL="0" indent="0">
              <a:lnSpc>
                <a:spcPct val="100000"/>
              </a:lnSpc>
              <a:buNone/>
              <a:defRPr sz="4800" b="0" i="0" spc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219063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2pPr>
            <a:lvl3pPr marL="2438126" indent="0">
              <a:buNone/>
              <a:defRPr sz="4266">
                <a:solidFill>
                  <a:schemeClr val="tx1">
                    <a:tint val="75000"/>
                  </a:schemeClr>
                </a:solidFill>
              </a:defRPr>
            </a:lvl3pPr>
            <a:lvl4pPr marL="3657189" indent="0">
              <a:buNone/>
              <a:defRPr sz="3734">
                <a:solidFill>
                  <a:schemeClr val="tx1">
                    <a:tint val="75000"/>
                  </a:schemeClr>
                </a:solidFill>
              </a:defRPr>
            </a:lvl4pPr>
            <a:lvl5pPr marL="4876252" indent="0">
              <a:buNone/>
              <a:defRPr sz="3734">
                <a:solidFill>
                  <a:schemeClr val="tx1">
                    <a:tint val="75000"/>
                  </a:schemeClr>
                </a:solidFill>
              </a:defRPr>
            </a:lvl5pPr>
            <a:lvl6pPr marL="6095315" indent="0">
              <a:buNone/>
              <a:defRPr sz="3734">
                <a:solidFill>
                  <a:schemeClr val="tx1">
                    <a:tint val="75000"/>
                  </a:schemeClr>
                </a:solidFill>
              </a:defRPr>
            </a:lvl6pPr>
            <a:lvl7pPr marL="7314378" indent="0">
              <a:buNone/>
              <a:defRPr sz="3734">
                <a:solidFill>
                  <a:schemeClr val="tx1">
                    <a:tint val="75000"/>
                  </a:schemeClr>
                </a:solidFill>
              </a:defRPr>
            </a:lvl7pPr>
            <a:lvl8pPr marL="8533441" indent="0">
              <a:buNone/>
              <a:defRPr sz="3734">
                <a:solidFill>
                  <a:schemeClr val="tx1">
                    <a:tint val="75000"/>
                  </a:schemeClr>
                </a:solidFill>
              </a:defRPr>
            </a:lvl8pPr>
            <a:lvl9pPr marL="9752502" indent="0">
              <a:buNone/>
              <a:defRPr sz="373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Add Presentation Subtitle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263C04AC-74DA-1648-A9CB-6E4FDDB1FA6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7016" y="7518400"/>
            <a:ext cx="23328382" cy="2454276"/>
          </a:xfrm>
          <a:noFill/>
          <a:ln>
            <a:noFill/>
          </a:ln>
        </p:spPr>
        <p:txBody>
          <a:bodyPr vert="horz" wrap="square" lIns="0" tIns="72000" rIns="91440" bIns="0" numCol="1" anchor="b" anchorCtr="0" compatLnSpc="1">
            <a:prstTxWarp prst="textNoShape">
              <a:avLst/>
            </a:prstTxWarp>
          </a:bodyPr>
          <a:lstStyle>
            <a:lvl1pPr>
              <a:defRPr lang="en-US" sz="8000" b="1" cap="none" spc="0" baseline="0" dirty="0">
                <a:solidFill>
                  <a:schemeClr val="bg1"/>
                </a:solidFill>
              </a:defRPr>
            </a:lvl1pPr>
          </a:lstStyle>
          <a:p>
            <a:pPr lvl="0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dirty="0"/>
              <a:t>Click to Add 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8B4DD4-1720-4FAB-481B-ADB05A96336B}"/>
              </a:ext>
            </a:extLst>
          </p:cNvPr>
          <p:cNvSpPr txBox="1">
            <a:spLocks/>
          </p:cNvSpPr>
          <p:nvPr userDrawn="1"/>
        </p:nvSpPr>
        <p:spPr>
          <a:xfrm>
            <a:off x="23139932" y="12967200"/>
            <a:ext cx="689095" cy="528460"/>
          </a:xfrm>
          <a:prstGeom prst="rect">
            <a:avLst/>
          </a:prstGeom>
        </p:spPr>
        <p:txBody>
          <a:bodyPr vert="horz" lIns="182868" tIns="91434" rIns="182868" bIns="91434" rtlCol="0" anchor="ctr"/>
          <a:lstStyle>
            <a:defPPr>
              <a:defRPr lang="en-US"/>
            </a:defPPr>
            <a:lvl1pPr marL="0" indent="0" algn="r" rtl="0" eaLnBrk="1" fontAlgn="base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defRPr sz="800" b="0" i="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1pPr>
            <a:lvl2pPr marL="222250" indent="-212725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2pPr>
            <a:lvl3pPr marL="468000" indent="-2268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11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3pPr>
            <a:lvl4pPr marL="666000" indent="-2124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4pPr>
            <a:lvl5pPr marL="666000" indent="-2124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5pPr>
            <a:lvl6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 lang="en-US" sz="140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 lang="en-US" sz="140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fld id="{3C1D921F-663F-5D4C-BF56-776C1B867DF7}" type="slidenum">
              <a:rPr lang="en-US" sz="1600" smtClean="0">
                <a:solidFill>
                  <a:schemeClr val="bg1"/>
                </a:solidFill>
              </a:rPr>
              <a:pPr/>
              <a:t>‹#›</a:t>
            </a:fld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1" name="Footer Placeholder 1">
            <a:extLst>
              <a:ext uri="{FF2B5EF4-FFF2-40B4-BE49-F238E27FC236}">
                <a16:creationId xmlns:a16="http://schemas.microsoft.com/office/drawing/2014/main" id="{5920E65C-35E2-179B-D117-F13DFAB32CF1}"/>
              </a:ext>
            </a:extLst>
          </p:cNvPr>
          <p:cNvSpPr txBox="1">
            <a:spLocks/>
          </p:cNvSpPr>
          <p:nvPr userDrawn="1"/>
        </p:nvSpPr>
        <p:spPr>
          <a:xfrm>
            <a:off x="14910868" y="12967201"/>
            <a:ext cx="8229064" cy="52846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indent="0" algn="l" rtl="0" eaLnBrk="1" fontAlgn="base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1pPr>
            <a:lvl2pPr marL="222250" indent="-212725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2pPr>
            <a:lvl3pPr marL="468000" indent="-2268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11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3pPr>
            <a:lvl4pPr marL="666000" indent="-2124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4pPr>
            <a:lvl5pPr marL="666000" indent="-2124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5pPr>
            <a:lvl6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 lang="en-US" sz="140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 lang="en-US" sz="140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 algn="r" defTabSz="914354">
              <a:buClr>
                <a:srgbClr val="00008B"/>
              </a:buClr>
            </a:pPr>
            <a:r>
              <a:rPr lang="en-US" sz="1600" dirty="0">
                <a:solidFill>
                  <a:schemeClr val="bg1"/>
                </a:solidFill>
                <a:cs typeface="Arial" charset="0"/>
              </a:rPr>
              <a:t>OpenText ©2022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4360380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hape&#10;&#10;Description automatically generated with medium confidence">
            <a:extLst>
              <a:ext uri="{FF2B5EF4-FFF2-40B4-BE49-F238E27FC236}">
                <a16:creationId xmlns:a16="http://schemas.microsoft.com/office/drawing/2014/main" id="{1B2DC060-991E-482E-8299-C21E7504578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2413" cy="137160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42B70533-A618-424C-9917-D5E13E3EB9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7016" y="2860677"/>
            <a:ext cx="15779601" cy="2597150"/>
          </a:xfrm>
        </p:spPr>
        <p:txBody>
          <a:bodyPr anchor="b"/>
          <a:lstStyle>
            <a:lvl1pPr algn="l">
              <a:defRPr sz="8000" b="1" i="0" cap="none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r>
              <a:rPr lang="en-US" dirty="0"/>
              <a:t>Section title here</a:t>
            </a:r>
            <a:endParaRPr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A7DDAE44-64A1-5940-ACC6-BD8F3BBEBA0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27017" y="5882420"/>
            <a:ext cx="15779603" cy="19558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4000" baseline="0">
                <a:solidFill>
                  <a:schemeClr val="bg1"/>
                </a:solidFill>
              </a:defRPr>
            </a:lvl1pPr>
            <a:lvl2pPr marL="1219063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2pPr>
            <a:lvl3pPr marL="2438126" indent="0">
              <a:buNone/>
              <a:defRPr sz="4266">
                <a:solidFill>
                  <a:schemeClr val="tx1">
                    <a:tint val="75000"/>
                  </a:schemeClr>
                </a:solidFill>
              </a:defRPr>
            </a:lvl3pPr>
            <a:lvl4pPr marL="3657189" indent="0">
              <a:buNone/>
              <a:defRPr sz="3734">
                <a:solidFill>
                  <a:schemeClr val="tx1">
                    <a:tint val="75000"/>
                  </a:schemeClr>
                </a:solidFill>
              </a:defRPr>
            </a:lvl4pPr>
            <a:lvl5pPr marL="4876252" indent="0">
              <a:buNone/>
              <a:defRPr sz="3734">
                <a:solidFill>
                  <a:schemeClr val="tx1">
                    <a:tint val="75000"/>
                  </a:schemeClr>
                </a:solidFill>
              </a:defRPr>
            </a:lvl5pPr>
            <a:lvl6pPr marL="6095315" indent="0">
              <a:buNone/>
              <a:defRPr sz="3734">
                <a:solidFill>
                  <a:schemeClr val="tx1">
                    <a:tint val="75000"/>
                  </a:schemeClr>
                </a:solidFill>
              </a:defRPr>
            </a:lvl6pPr>
            <a:lvl7pPr marL="7314378" indent="0">
              <a:buNone/>
              <a:defRPr sz="3734">
                <a:solidFill>
                  <a:schemeClr val="tx1">
                    <a:tint val="75000"/>
                  </a:schemeClr>
                </a:solidFill>
              </a:defRPr>
            </a:lvl7pPr>
            <a:lvl8pPr marL="8533441" indent="0">
              <a:buNone/>
              <a:defRPr sz="3734">
                <a:solidFill>
                  <a:schemeClr val="tx1">
                    <a:tint val="75000"/>
                  </a:schemeClr>
                </a:solidFill>
              </a:defRPr>
            </a:lvl8pPr>
            <a:lvl9pPr marL="9752502" indent="0">
              <a:buNone/>
              <a:defRPr sz="373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Section subtitle here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1B7024-7F15-FE4B-9BC1-C3066B13F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Date</a:t>
            </a:r>
            <a:endParaRPr lang="en-US"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C98B9268-D2BD-13FE-0769-F72C9913FC7D}"/>
              </a:ext>
            </a:extLst>
          </p:cNvPr>
          <p:cNvSpPr txBox="1">
            <a:spLocks/>
          </p:cNvSpPr>
          <p:nvPr userDrawn="1"/>
        </p:nvSpPr>
        <p:spPr>
          <a:xfrm>
            <a:off x="23139932" y="12967200"/>
            <a:ext cx="689095" cy="528460"/>
          </a:xfrm>
          <a:prstGeom prst="rect">
            <a:avLst/>
          </a:prstGeom>
        </p:spPr>
        <p:txBody>
          <a:bodyPr vert="horz" lIns="182868" tIns="91434" rIns="182868" bIns="91434" rtlCol="0" anchor="ctr"/>
          <a:lstStyle>
            <a:defPPr>
              <a:defRPr lang="en-US"/>
            </a:defPPr>
            <a:lvl1pPr marL="0" indent="0" algn="r" rtl="0" eaLnBrk="1" fontAlgn="base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defRPr sz="800" b="0" i="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1pPr>
            <a:lvl2pPr marL="222250" indent="-212725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2pPr>
            <a:lvl3pPr marL="468000" indent="-2268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11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3pPr>
            <a:lvl4pPr marL="666000" indent="-2124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4pPr>
            <a:lvl5pPr marL="666000" indent="-2124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5pPr>
            <a:lvl6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 lang="en-US" sz="140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 lang="en-US" sz="140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fld id="{3C1D921F-663F-5D4C-BF56-776C1B867DF7}" type="slidenum">
              <a:rPr lang="en-US" sz="1600" smtClean="0">
                <a:solidFill>
                  <a:schemeClr val="bg1"/>
                </a:solidFill>
              </a:rPr>
              <a:pPr/>
              <a:t>‹#›</a:t>
            </a:fld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3" name="Footer Placeholder 1">
            <a:extLst>
              <a:ext uri="{FF2B5EF4-FFF2-40B4-BE49-F238E27FC236}">
                <a16:creationId xmlns:a16="http://schemas.microsoft.com/office/drawing/2014/main" id="{F511239E-40FF-5530-4C2D-FB5925B0E8AA}"/>
              </a:ext>
            </a:extLst>
          </p:cNvPr>
          <p:cNvSpPr txBox="1">
            <a:spLocks/>
          </p:cNvSpPr>
          <p:nvPr userDrawn="1"/>
        </p:nvSpPr>
        <p:spPr>
          <a:xfrm>
            <a:off x="14910868" y="12967201"/>
            <a:ext cx="8229064" cy="52846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indent="0" algn="l" rtl="0" eaLnBrk="1" fontAlgn="base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1pPr>
            <a:lvl2pPr marL="222250" indent="-212725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2pPr>
            <a:lvl3pPr marL="468000" indent="-2268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11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3pPr>
            <a:lvl4pPr marL="666000" indent="-2124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4pPr>
            <a:lvl5pPr marL="666000" indent="-2124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5pPr>
            <a:lvl6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 lang="en-US" sz="140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 lang="en-US" sz="140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 algn="r" defTabSz="914354">
              <a:buClr>
                <a:srgbClr val="00008B"/>
              </a:buClr>
            </a:pPr>
            <a:r>
              <a:rPr lang="en-US" sz="1600" dirty="0">
                <a:solidFill>
                  <a:schemeClr val="bg1"/>
                </a:solidFill>
                <a:cs typeface="Arial" charset="0"/>
              </a:rPr>
              <a:t>OpenText ©2022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3402492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6DD6E01-6FCC-2F43-AE99-21C8E117D012}"/>
              </a:ext>
            </a:extLst>
          </p:cNvPr>
          <p:cNvCxnSpPr/>
          <p:nvPr/>
        </p:nvCxnSpPr>
        <p:spPr>
          <a:xfrm>
            <a:off x="0" y="12683688"/>
            <a:ext cx="24382413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 1">
            <a:extLst>
              <a:ext uri="{FF2B5EF4-FFF2-40B4-BE49-F238E27FC236}">
                <a16:creationId xmlns:a16="http://schemas.microsoft.com/office/drawing/2014/main" id="{3F5295C0-D13A-CC44-8189-17A4AC13C0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7016" y="304802"/>
            <a:ext cx="23302011" cy="1946276"/>
          </a:xfrm>
        </p:spPr>
        <p:txBody>
          <a:bodyPr/>
          <a:lstStyle/>
          <a:p>
            <a:r>
              <a:rPr lang="en-US" dirty="0"/>
              <a:t>Click to add slide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D545DD-AEDF-3C4F-9EC7-AB6A827D4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Date</a:t>
            </a:r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D78F57F-F8EC-DF4D-A2E9-05360350F155}"/>
              </a:ext>
            </a:extLst>
          </p:cNvPr>
          <p:cNvCxnSpPr/>
          <p:nvPr userDrawn="1"/>
        </p:nvCxnSpPr>
        <p:spPr>
          <a:xfrm>
            <a:off x="0" y="12683688"/>
            <a:ext cx="24382413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30608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02F8766-37F6-BB44-A385-24D81BE59C82}"/>
              </a:ext>
            </a:extLst>
          </p:cNvPr>
          <p:cNvCxnSpPr/>
          <p:nvPr/>
        </p:nvCxnSpPr>
        <p:spPr>
          <a:xfrm>
            <a:off x="0" y="12683688"/>
            <a:ext cx="24382413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44575F-3EA8-EE45-9C85-F58C40832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Date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ED737EC-FEF8-1C45-9244-8EA67515B7A7}"/>
              </a:ext>
            </a:extLst>
          </p:cNvPr>
          <p:cNvCxnSpPr/>
          <p:nvPr userDrawn="1"/>
        </p:nvCxnSpPr>
        <p:spPr>
          <a:xfrm>
            <a:off x="0" y="12683688"/>
            <a:ext cx="24382413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89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Backgroun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52E41B-E531-4D4E-9B8C-328872F5F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Date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8459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ight Sid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icture Placeholder 89">
            <a:extLst>
              <a:ext uri="{FF2B5EF4-FFF2-40B4-BE49-F238E27FC236}">
                <a16:creationId xmlns:a16="http://schemas.microsoft.com/office/drawing/2014/main" id="{B723B144-FA32-344B-9431-E31382ADDF3D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auto">
          <a:xfrm>
            <a:off x="14569492" y="1"/>
            <a:ext cx="9812921" cy="12688478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Drag and drop image onto slide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3A6F8CA-EB29-7B4C-8C88-14F0FA8683CF}"/>
              </a:ext>
            </a:extLst>
          </p:cNvPr>
          <p:cNvGrpSpPr/>
          <p:nvPr/>
        </p:nvGrpSpPr>
        <p:grpSpPr>
          <a:xfrm>
            <a:off x="24988403" y="304801"/>
            <a:ext cx="5748046" cy="12741968"/>
            <a:chOff x="12457693" y="0"/>
            <a:chExt cx="2874210" cy="6370984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EF4B2B0-BF85-6749-9807-1542F0D260A9}"/>
                </a:ext>
              </a:extLst>
            </p:cNvPr>
            <p:cNvSpPr/>
            <p:nvPr/>
          </p:nvSpPr>
          <p:spPr>
            <a:xfrm>
              <a:off x="12457693" y="0"/>
              <a:ext cx="2798651" cy="6370984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360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B969EFC-6015-994F-AAAE-36B45550D796}"/>
                </a:ext>
              </a:extLst>
            </p:cNvPr>
            <p:cNvSpPr txBox="1"/>
            <p:nvPr/>
          </p:nvSpPr>
          <p:spPr>
            <a:xfrm>
              <a:off x="12613762" y="150289"/>
              <a:ext cx="1624942" cy="169277"/>
            </a:xfrm>
            <a:prstGeom prst="rect">
              <a:avLst/>
            </a:prstGeom>
          </p:spPr>
          <p:txBody>
            <a:bodyPr vert="horz" wrap="none" lIns="0" tIns="0" rIns="0" bIns="0" rtlCol="0" anchor="t">
              <a:spAutoFit/>
            </a:bodyPr>
            <a:lstStyle>
              <a:defPPr>
                <a:defRPr lang="en-US"/>
              </a:defPPr>
              <a:lvl1pPr>
                <a:defRPr sz="110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defRPr>
              </a:lvl1pPr>
            </a:lstStyle>
            <a:p>
              <a:pPr marL="0" lvl="0" indent="0">
                <a:buNone/>
              </a:pPr>
              <a:r>
                <a:rPr lang="en-US" sz="2200">
                  <a:solidFill>
                    <a:schemeClr val="bg1"/>
                  </a:solidFill>
                </a:rPr>
                <a:t>HOW TO ADD AN IMAGE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F857ABE-281D-204A-961D-D55C5A4EECEA}"/>
                </a:ext>
              </a:extLst>
            </p:cNvPr>
            <p:cNvCxnSpPr>
              <a:cxnSpLocks/>
            </p:cNvCxnSpPr>
            <p:nvPr/>
          </p:nvCxnSpPr>
          <p:spPr>
            <a:xfrm>
              <a:off x="12613762" y="352906"/>
              <a:ext cx="1755381" cy="0"/>
            </a:xfrm>
            <a:prstGeom prst="line">
              <a:avLst/>
            </a:prstGeom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36349B6-CD87-3C40-A671-7A1B3EDBFBDB}"/>
                </a:ext>
              </a:extLst>
            </p:cNvPr>
            <p:cNvSpPr txBox="1"/>
            <p:nvPr/>
          </p:nvSpPr>
          <p:spPr>
            <a:xfrm>
              <a:off x="12776177" y="496513"/>
              <a:ext cx="2297338" cy="402418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en-US"/>
              </a:defPPr>
              <a:lvl1pPr lvl="0">
                <a:spcBef>
                  <a:spcPts val="900"/>
                </a:spcBef>
                <a:spcAft>
                  <a:spcPts val="300"/>
                </a:spcAft>
                <a:defRPr sz="800" b="1" cap="all" spc="20" baseline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0" lvl="1" indent="0">
                <a:lnSpc>
                  <a:spcPct val="90000"/>
                </a:lnSpc>
                <a:spcAft>
                  <a:spcPts val="300"/>
                </a:spcAft>
                <a:tabLst/>
                <a:defRPr sz="12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113" lvl="2" indent="0">
                <a:spcBef>
                  <a:spcPts val="300"/>
                </a:spcBef>
                <a:buFont typeface="Wingdings" pitchFamily="2" charset="2"/>
                <a:buNone/>
                <a:tabLst/>
                <a:defRPr sz="800">
                  <a:solidFill>
                    <a:schemeClr val="bg1">
                      <a:lumMod val="85000"/>
                    </a:schemeClr>
                  </a:solidFill>
                </a:defRPr>
              </a:lvl3pPr>
            </a:lstStyle>
            <a:p>
              <a:pPr marL="0" lvl="0" indent="0">
                <a:buFont typeface="Arial" panose="020B0604020202020204" pitchFamily="34" charset="0"/>
                <a:buNone/>
              </a:pPr>
              <a:r>
                <a:rPr lang="en-US" sz="1200" b="1"/>
                <a:t>Method 1: </a:t>
              </a:r>
              <a:r>
                <a:rPr lang="en-US" sz="1200" b="0"/>
                <a:t>DRAG &amp; DROP</a:t>
              </a:r>
            </a:p>
            <a:p>
              <a:pPr lvl="1">
                <a:buNone/>
              </a:pPr>
              <a:r>
                <a:rPr lang="en-US" sz="2100"/>
                <a:t>On an empty master layout, drag and drop an image onto the slide.</a:t>
              </a: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2F3C8DC-0EB1-A54A-9CC4-B7E9EB96D6B5}"/>
                </a:ext>
              </a:extLst>
            </p:cNvPr>
            <p:cNvGrpSpPr/>
            <p:nvPr/>
          </p:nvGrpSpPr>
          <p:grpSpPr>
            <a:xfrm>
              <a:off x="12596752" y="2653788"/>
              <a:ext cx="2735151" cy="2087177"/>
              <a:chOff x="12596752" y="5446684"/>
              <a:chExt cx="2735151" cy="2087177"/>
            </a:xfrm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DC20CD52-3955-584F-A4C5-5ABDC961B346}"/>
                  </a:ext>
                </a:extLst>
              </p:cNvPr>
              <p:cNvGrpSpPr/>
              <p:nvPr/>
            </p:nvGrpSpPr>
            <p:grpSpPr>
              <a:xfrm>
                <a:off x="12596752" y="5446684"/>
                <a:ext cx="2735151" cy="2087177"/>
                <a:chOff x="12596752" y="3550835"/>
                <a:chExt cx="2735151" cy="2087177"/>
              </a:xfrm>
            </p:grpSpPr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F771F22C-7095-2046-98D8-7F526D021947}"/>
                    </a:ext>
                  </a:extLst>
                </p:cNvPr>
                <p:cNvSpPr/>
                <p:nvPr/>
              </p:nvSpPr>
              <p:spPr>
                <a:xfrm>
                  <a:off x="12596752" y="3550835"/>
                  <a:ext cx="2735151" cy="2087177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3600"/>
                </a:p>
              </p:txBody>
            </p: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E5F8D0D1-E25C-514F-B0F6-009FE88EDA7B}"/>
                    </a:ext>
                  </a:extLst>
                </p:cNvPr>
                <p:cNvSpPr txBox="1"/>
                <p:nvPr/>
              </p:nvSpPr>
              <p:spPr>
                <a:xfrm>
                  <a:off x="12771990" y="4875845"/>
                  <a:ext cx="2422981" cy="498598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t">
                  <a:spAutoFit/>
                </a:bodyPr>
                <a:lstStyle/>
                <a:p>
                  <a:pPr marL="6350" lvl="1" indent="0" algn="l" defTabSz="1828709" rtl="0" eaLnBrk="1" latinLnBrk="0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None/>
                    <a:tabLst/>
                    <a:defRPr/>
                  </a:pPr>
                  <a:r>
                    <a:rPr lang="en-US" sz="1800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Deleting the image may bring the image placeholder to the top layer, covering your text. Right-click on the placeholder and choose “Send to Back”.</a:t>
                  </a:r>
                </a:p>
              </p:txBody>
            </p: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4C5FEE07-2797-9841-AF3F-7B02EA44BEC6}"/>
                    </a:ext>
                  </a:extLst>
                </p:cNvPr>
                <p:cNvSpPr txBox="1"/>
                <p:nvPr/>
              </p:nvSpPr>
              <p:spPr>
                <a:xfrm>
                  <a:off x="12771991" y="3940775"/>
                  <a:ext cx="2156990" cy="856645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t">
                  <a:spAutoFit/>
                </a:bodyPr>
                <a:lstStyle/>
                <a:p>
                  <a:pPr marL="0" indent="0" algn="l" defTabSz="1828709" rtl="0" eaLnBrk="1" latinLnBrk="0" hangingPunct="1">
                    <a:spcBef>
                      <a:spcPts val="400"/>
                    </a:spcBef>
                    <a:buNone/>
                  </a:pPr>
                  <a:r>
                    <a:rPr lang="en-US" sz="1800" b="1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First, delete the existing image to reset the photo placeholder functionality. </a:t>
                  </a:r>
                  <a:r>
                    <a:rPr lang="en-US" sz="1800" b="0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You may need to shift the gradient aside in order to do this. </a:t>
                  </a:r>
                </a:p>
                <a:p>
                  <a:pPr marL="0" indent="0" algn="l" defTabSz="1828709" rtl="0" eaLnBrk="1" latinLnBrk="0" hangingPunct="1">
                    <a:spcBef>
                      <a:spcPts val="400"/>
                    </a:spcBef>
                    <a:buNone/>
                  </a:pPr>
                  <a:r>
                    <a:rPr lang="en-US" sz="1800" b="0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Second, use one of the methods outlined above to add a new photo. </a:t>
                  </a:r>
                </a:p>
              </p:txBody>
            </p: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21BA9531-EC5F-D348-A85B-1F3BE61794D3}"/>
                    </a:ext>
                  </a:extLst>
                </p:cNvPr>
                <p:cNvSpPr txBox="1"/>
                <p:nvPr/>
              </p:nvSpPr>
              <p:spPr>
                <a:xfrm>
                  <a:off x="12771990" y="5385156"/>
                  <a:ext cx="2422981" cy="138500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t">
                  <a:spAutoFit/>
                </a:bodyPr>
                <a:lstStyle/>
                <a:p>
                  <a:pPr marL="0" indent="0" algn="l" defTabSz="1828709" rtl="0" eaLnBrk="1" latinLnBrk="0" hangingPunct="1">
                    <a:spcBef>
                      <a:spcPts val="400"/>
                    </a:spcBef>
                    <a:buNone/>
                  </a:pPr>
                  <a:r>
                    <a:rPr lang="en-US" sz="1800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You can now add a new image as normal.</a:t>
                  </a:r>
                </a:p>
              </p:txBody>
            </p:sp>
          </p:grp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049FC18-348C-3841-A7B1-EEDE4ECECA73}"/>
                  </a:ext>
                </a:extLst>
              </p:cNvPr>
              <p:cNvSpPr txBox="1"/>
              <p:nvPr/>
            </p:nvSpPr>
            <p:spPr>
              <a:xfrm>
                <a:off x="12962943" y="5575485"/>
                <a:ext cx="2368960" cy="169277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/>
              <a:p>
                <a:pPr marL="0" indent="0" algn="l">
                  <a:buNone/>
                </a:pPr>
                <a:r>
                  <a:rPr lang="en-US" sz="2200">
                    <a:solidFill>
                      <a:schemeClr val="accent2"/>
                    </a:solidFill>
                    <a:latin typeface="Arial" charset="0"/>
                    <a:ea typeface="Arial" charset="0"/>
                    <a:cs typeface="Arial" charset="0"/>
                  </a:rPr>
                  <a:t>TIP: Change Image</a:t>
                </a:r>
              </a:p>
            </p:txBody>
          </p:sp>
          <p:pic>
            <p:nvPicPr>
              <p:cNvPr id="23" name="Graphic 22">
                <a:extLst>
                  <a:ext uri="{FF2B5EF4-FFF2-40B4-BE49-F238E27FC236}">
                    <a16:creationId xmlns:a16="http://schemas.microsoft.com/office/drawing/2014/main" id="{BE07A37F-BC36-8141-9134-2D60B9BCDD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2756975" y="5585768"/>
                <a:ext cx="155227" cy="155227"/>
              </a:xfrm>
              <a:prstGeom prst="rect">
                <a:avLst/>
              </a:prstGeom>
            </p:spPr>
          </p:pic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61738F67-F841-DE42-B53F-A15AB7EF8263}"/>
                </a:ext>
              </a:extLst>
            </p:cNvPr>
            <p:cNvGrpSpPr/>
            <p:nvPr/>
          </p:nvGrpSpPr>
          <p:grpSpPr>
            <a:xfrm>
              <a:off x="12596752" y="4895098"/>
              <a:ext cx="2735151" cy="1280928"/>
              <a:chOff x="12596752" y="4090029"/>
              <a:chExt cx="2735151" cy="1280928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4763862F-B08E-3A4A-B63B-0F08304B80A9}"/>
                  </a:ext>
                </a:extLst>
              </p:cNvPr>
              <p:cNvSpPr/>
              <p:nvPr/>
            </p:nvSpPr>
            <p:spPr>
              <a:xfrm>
                <a:off x="12596752" y="4090029"/>
                <a:ext cx="2735151" cy="1280928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DD6367C-0588-7B43-B808-760C7B6E2CA8}"/>
                  </a:ext>
                </a:extLst>
              </p:cNvPr>
              <p:cNvSpPr txBox="1"/>
              <p:nvPr/>
            </p:nvSpPr>
            <p:spPr>
              <a:xfrm>
                <a:off x="12962943" y="4218828"/>
                <a:ext cx="2368960" cy="169277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/>
              <a:p>
                <a:pPr marL="0" indent="0" algn="l">
                  <a:buNone/>
                </a:pPr>
                <a:r>
                  <a:rPr lang="en-US" sz="2200">
                    <a:solidFill>
                      <a:schemeClr val="accent2"/>
                    </a:solidFill>
                    <a:latin typeface="Arial" charset="0"/>
                    <a:ea typeface="Arial" charset="0"/>
                    <a:cs typeface="Arial" charset="0"/>
                  </a:rPr>
                  <a:t>TIP: Crop Image</a:t>
                </a:r>
              </a:p>
            </p:txBody>
          </p:sp>
          <p:pic>
            <p:nvPicPr>
              <p:cNvPr id="29" name="Graphic 28">
                <a:extLst>
                  <a:ext uri="{FF2B5EF4-FFF2-40B4-BE49-F238E27FC236}">
                    <a16:creationId xmlns:a16="http://schemas.microsoft.com/office/drawing/2014/main" id="{8EFBD302-5FB8-0241-8B29-359EEE31960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2756975" y="4229111"/>
                <a:ext cx="155227" cy="155227"/>
              </a:xfrm>
              <a:prstGeom prst="rect">
                <a:avLst/>
              </a:prstGeom>
            </p:spPr>
          </p:pic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43F54A8-F6DF-774C-9ABE-A2BD51A7AF06}"/>
                  </a:ext>
                </a:extLst>
              </p:cNvPr>
              <p:cNvSpPr txBox="1"/>
              <p:nvPr/>
            </p:nvSpPr>
            <p:spPr>
              <a:xfrm>
                <a:off x="12756975" y="4483012"/>
                <a:ext cx="2384904" cy="680956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defPPr>
                  <a:defRPr lang="en-US"/>
                </a:defPPr>
                <a:lvl1pPr lvl="0">
                  <a:spcBef>
                    <a:spcPts val="1000"/>
                  </a:spcBef>
                  <a:spcAft>
                    <a:spcPts val="300"/>
                  </a:spcAft>
                  <a:defRPr sz="1050" b="0" cap="none" spc="0" baseline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defRPr>
                </a:lvl1pPr>
                <a:lvl2pPr marL="134938" lvl="1" indent="-131763">
                  <a:lnSpc>
                    <a:spcPct val="90000"/>
                  </a:lnSpc>
                  <a:spcAft>
                    <a:spcPts val="300"/>
                  </a:spcAft>
                  <a:buFont typeface="Wingdings" pitchFamily="2" charset="2"/>
                  <a:buChar char="§"/>
                  <a:tabLst/>
                  <a:defRPr sz="90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defRPr>
                </a:lvl2pPr>
                <a:lvl3pPr marL="11113" lvl="2" indent="0">
                  <a:spcBef>
                    <a:spcPts val="300"/>
                  </a:spcBef>
                  <a:buFont typeface="Wingdings" pitchFamily="2" charset="2"/>
                  <a:buNone/>
                  <a:tabLst/>
                  <a:defRPr sz="800">
                    <a:solidFill>
                      <a:schemeClr val="bg1">
                        <a:lumMod val="85000"/>
                      </a:schemeClr>
                    </a:solidFill>
                  </a:defRPr>
                </a:lvl3pPr>
              </a:lstStyle>
              <a:p>
                <a:pPr marL="6350" lvl="1" indent="0">
                  <a:buNone/>
                  <a:defRPr/>
                </a:pPr>
                <a:r>
                  <a:rPr lang="en-US" sz="18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charset="0"/>
                    <a:cs typeface="Arial" charset="0"/>
                  </a:rPr>
                  <a:t>Right-click on the image.</a:t>
                </a:r>
              </a:p>
              <a:p>
                <a:pPr marL="6350" lvl="1" indent="0">
                  <a:buNone/>
                  <a:defRPr/>
                </a:pPr>
                <a:r>
                  <a:rPr lang="en-US" sz="18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charset="0"/>
                    <a:cs typeface="Arial" charset="0"/>
                  </a:rPr>
                  <a:t>Choose “Crop” from the menu. (       )</a:t>
                </a:r>
              </a:p>
              <a:p>
                <a:pPr marL="6350" lvl="1" indent="0">
                  <a:buNone/>
                  <a:defRPr/>
                </a:pPr>
                <a:r>
                  <a:rPr lang="en-US" sz="18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charset="0"/>
                    <a:cs typeface="Arial" charset="0"/>
                  </a:rPr>
                  <a:t>Adjust the size and position of the image.</a:t>
                </a:r>
              </a:p>
              <a:p>
                <a:pPr marL="6350" lvl="1" indent="0">
                  <a:buNone/>
                  <a:defRPr/>
                </a:pPr>
                <a:r>
                  <a:rPr lang="en-US" sz="18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charset="0"/>
                    <a:cs typeface="Arial" charset="0"/>
                  </a:rPr>
                  <a:t>Press Esc or click outside the image area to exit the cropping mode.</a:t>
                </a:r>
              </a:p>
            </p:txBody>
          </p:sp>
          <p:pic>
            <p:nvPicPr>
              <p:cNvPr id="32" name="Picture 31">
                <a:extLst>
                  <a:ext uri="{FF2B5EF4-FFF2-40B4-BE49-F238E27FC236}">
                    <a16:creationId xmlns:a16="http://schemas.microsoft.com/office/drawing/2014/main" id="{556BAB2B-CC37-3343-9E88-87CF2EE18C5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14553978" y="4567445"/>
                <a:ext cx="136897" cy="213643"/>
              </a:xfrm>
              <a:prstGeom prst="rect">
                <a:avLst/>
              </a:prstGeom>
              <a:ln w="19050"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</p:pic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B069F4C-8AD2-9246-B11A-D858D8BD55B6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2577088" y="500436"/>
              <a:ext cx="114706" cy="114706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txBody>
            <a:bodyPr vert="horz" wrap="non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0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1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0CA2CD0A-D65C-EA4B-BD79-7328CBB7BABA}"/>
                </a:ext>
              </a:extLst>
            </p:cNvPr>
            <p:cNvSpPr txBox="1"/>
            <p:nvPr/>
          </p:nvSpPr>
          <p:spPr>
            <a:xfrm>
              <a:off x="12776177" y="1104602"/>
              <a:ext cx="2289935" cy="838691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en-US"/>
              </a:defPPr>
              <a:lvl1pPr lvl="0">
                <a:spcBef>
                  <a:spcPts val="900"/>
                </a:spcBef>
                <a:spcAft>
                  <a:spcPts val="300"/>
                </a:spcAft>
                <a:defRPr sz="800" b="1" cap="all" spc="20" baseline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0" lvl="1" indent="0">
                <a:lnSpc>
                  <a:spcPct val="90000"/>
                </a:lnSpc>
                <a:spcAft>
                  <a:spcPts val="300"/>
                </a:spcAft>
                <a:tabLst/>
                <a:defRPr sz="12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113" lvl="2" indent="0">
                <a:spcBef>
                  <a:spcPts val="300"/>
                </a:spcBef>
                <a:buFont typeface="Wingdings" pitchFamily="2" charset="2"/>
                <a:buNone/>
                <a:tabLst/>
                <a:defRPr sz="800">
                  <a:solidFill>
                    <a:schemeClr val="bg1">
                      <a:lumMod val="85000"/>
                    </a:schemeClr>
                  </a:solidFill>
                </a:defRPr>
              </a:lvl3pPr>
            </a:lstStyle>
            <a:p>
              <a:pPr marL="0" lvl="0" indent="0">
                <a:buFont typeface="Arial" panose="020B0604020202020204" pitchFamily="34" charset="0"/>
                <a:buNone/>
              </a:pPr>
              <a:r>
                <a:rPr lang="en-US" sz="1200"/>
                <a:t>Method 2: </a:t>
              </a:r>
              <a:r>
                <a:rPr lang="en-US" sz="1200" b="0"/>
                <a:t>PLACEHOLDER ICON</a:t>
              </a:r>
            </a:p>
            <a:p>
              <a:pPr lvl="1">
                <a:buNone/>
              </a:pPr>
              <a:r>
                <a:rPr lang="en-US" sz="2100"/>
                <a:t>Click the image icon inside the placeholder to browse for an image. You may need to shift the gradient aside in order to access the placeholder icon.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B577A331-35D8-0E4E-94C4-8D81EC99B7C7}"/>
                </a:ext>
              </a:extLst>
            </p:cNvPr>
            <p:cNvSpPr txBox="1"/>
            <p:nvPr/>
          </p:nvSpPr>
          <p:spPr>
            <a:xfrm>
              <a:off x="12776177" y="2045527"/>
              <a:ext cx="2016492" cy="415499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en-US"/>
              </a:defPPr>
              <a:lvl1pPr lvl="0">
                <a:spcBef>
                  <a:spcPts val="1600"/>
                </a:spcBef>
                <a:spcAft>
                  <a:spcPts val="300"/>
                </a:spcAft>
                <a:defRPr sz="1050" b="0" cap="none" spc="0" baseline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134938" lvl="1" indent="-131763">
                <a:lnSpc>
                  <a:spcPct val="90000"/>
                </a:lnSpc>
                <a:spcAft>
                  <a:spcPts val="300"/>
                </a:spcAft>
                <a:buFont typeface="Wingdings" pitchFamily="2" charset="2"/>
                <a:buChar char="§"/>
                <a:tabLst/>
                <a:defRPr sz="9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113" lvl="2" indent="0">
                <a:spcBef>
                  <a:spcPts val="300"/>
                </a:spcBef>
                <a:buFont typeface="Wingdings" pitchFamily="2" charset="2"/>
                <a:buNone/>
                <a:tabLst/>
                <a:defRPr sz="800">
                  <a:solidFill>
                    <a:schemeClr val="bg1">
                      <a:lumMod val="85000"/>
                    </a:schemeClr>
                  </a:solidFill>
                </a:defRPr>
              </a:lvl3pPr>
            </a:lstStyle>
            <a:p>
              <a:pPr lvl="2"/>
              <a:r>
                <a:rPr lang="en-US" sz="1800"/>
                <a:t>Note: If the photo covers your text after you drop it in, simply right click the photo and select ‘Send to Back’.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563C2DA6-AE93-3E49-87C1-AD34E5C1951B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2577088" y="1111659"/>
              <a:ext cx="114706" cy="114706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txBody>
            <a:bodyPr vert="horz" wrap="non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0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2</a:t>
              </a: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B63CBDF1-AD68-0547-8D1F-E199906767F1}"/>
              </a:ext>
            </a:extLst>
          </p:cNvPr>
          <p:cNvSpPr txBox="1"/>
          <p:nvPr/>
        </p:nvSpPr>
        <p:spPr>
          <a:xfrm>
            <a:off x="0" y="-1297980"/>
            <a:ext cx="10963178" cy="468468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accent2"/>
            </a:solidFill>
          </a:ln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spc="1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PLEASE CONTACT CREATIVE SERVICES TO REQUEST ALTERNATIVE IMAGES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17A7D7BE-DE18-CA45-BE37-32B6AA2AB25E}"/>
              </a:ext>
            </a:extLst>
          </p:cNvPr>
          <p:cNvCxnSpPr/>
          <p:nvPr/>
        </p:nvCxnSpPr>
        <p:spPr>
          <a:xfrm>
            <a:off x="0" y="12683688"/>
            <a:ext cx="24382413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itle 1">
            <a:extLst>
              <a:ext uri="{FF2B5EF4-FFF2-40B4-BE49-F238E27FC236}">
                <a16:creationId xmlns:a16="http://schemas.microsoft.com/office/drawing/2014/main" id="{8F799074-CA80-E946-B8BB-5F58AA390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016" y="304800"/>
            <a:ext cx="13152468" cy="194627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E28868-B510-B340-BF03-8D07F832CAC5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r>
              <a:rPr lang="en-CA"/>
              <a:t>Date</a:t>
            </a:r>
            <a:endParaRPr lang="en-US"/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7FBE5152-68F4-3B49-A693-A6DAE1E6EDE6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auto">
          <a:xfrm>
            <a:off x="527017" y="2752727"/>
            <a:ext cx="13162457" cy="9578974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  <a:p>
            <a:pPr lvl="3"/>
            <a:endParaRPr lang="en-US"/>
          </a:p>
          <a:p>
            <a:pPr lvl="3"/>
            <a:endParaRPr lang="en-US"/>
          </a:p>
          <a:p>
            <a:pPr marL="361932" lvl="0" indent="-361932" algn="l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  <a:tabLst/>
            </a:pPr>
            <a:endParaRPr lang="en-US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359482A-1469-0E40-AC08-7208D177B0C2}"/>
              </a:ext>
            </a:extLst>
          </p:cNvPr>
          <p:cNvGrpSpPr/>
          <p:nvPr userDrawn="1"/>
        </p:nvGrpSpPr>
        <p:grpSpPr>
          <a:xfrm>
            <a:off x="24988403" y="304801"/>
            <a:ext cx="5748046" cy="12741968"/>
            <a:chOff x="12457693" y="0"/>
            <a:chExt cx="2874210" cy="6370984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2FB9106F-91AC-8B43-BB2C-BC6976A93C17}"/>
                </a:ext>
              </a:extLst>
            </p:cNvPr>
            <p:cNvSpPr/>
            <p:nvPr userDrawn="1"/>
          </p:nvSpPr>
          <p:spPr>
            <a:xfrm>
              <a:off x="12457693" y="0"/>
              <a:ext cx="2798651" cy="6370984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360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DF3FA2A-CD4B-4F43-99EE-1824E65B3525}"/>
                </a:ext>
              </a:extLst>
            </p:cNvPr>
            <p:cNvSpPr txBox="1"/>
            <p:nvPr userDrawn="1"/>
          </p:nvSpPr>
          <p:spPr>
            <a:xfrm>
              <a:off x="12613762" y="150289"/>
              <a:ext cx="1624942" cy="169277"/>
            </a:xfrm>
            <a:prstGeom prst="rect">
              <a:avLst/>
            </a:prstGeom>
          </p:spPr>
          <p:txBody>
            <a:bodyPr vert="horz" wrap="none" lIns="0" tIns="0" rIns="0" bIns="0" rtlCol="0" anchor="t">
              <a:spAutoFit/>
            </a:bodyPr>
            <a:lstStyle>
              <a:defPPr>
                <a:defRPr lang="en-US"/>
              </a:defPPr>
              <a:lvl1pPr>
                <a:defRPr sz="110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defRPr>
              </a:lvl1pPr>
            </a:lstStyle>
            <a:p>
              <a:pPr marL="0" lvl="0" indent="0">
                <a:buNone/>
              </a:pPr>
              <a:r>
                <a:rPr lang="en-US" sz="2200">
                  <a:solidFill>
                    <a:schemeClr val="bg1"/>
                  </a:solidFill>
                </a:rPr>
                <a:t>HOW TO ADD AN IMAGE</a:t>
              </a:r>
            </a:p>
          </p:txBody>
        </p: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19B6403A-623C-E048-924B-AFF35D529EE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613762" y="352906"/>
              <a:ext cx="1755381" cy="0"/>
            </a:xfrm>
            <a:prstGeom prst="line">
              <a:avLst/>
            </a:prstGeom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4CADAE7-71E9-0146-885C-62552CAD408E}"/>
                </a:ext>
              </a:extLst>
            </p:cNvPr>
            <p:cNvSpPr txBox="1"/>
            <p:nvPr userDrawn="1"/>
          </p:nvSpPr>
          <p:spPr>
            <a:xfrm>
              <a:off x="12776177" y="496513"/>
              <a:ext cx="2297338" cy="402418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en-US"/>
              </a:defPPr>
              <a:lvl1pPr lvl="0">
                <a:spcBef>
                  <a:spcPts val="900"/>
                </a:spcBef>
                <a:spcAft>
                  <a:spcPts val="300"/>
                </a:spcAft>
                <a:defRPr sz="800" b="1" cap="all" spc="20" baseline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0" lvl="1" indent="0">
                <a:lnSpc>
                  <a:spcPct val="90000"/>
                </a:lnSpc>
                <a:spcAft>
                  <a:spcPts val="300"/>
                </a:spcAft>
                <a:tabLst/>
                <a:defRPr sz="12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113" lvl="2" indent="0">
                <a:spcBef>
                  <a:spcPts val="300"/>
                </a:spcBef>
                <a:buFont typeface="Wingdings" pitchFamily="2" charset="2"/>
                <a:buNone/>
                <a:tabLst/>
                <a:defRPr sz="800">
                  <a:solidFill>
                    <a:schemeClr val="bg1">
                      <a:lumMod val="85000"/>
                    </a:schemeClr>
                  </a:solidFill>
                </a:defRPr>
              </a:lvl3pPr>
            </a:lstStyle>
            <a:p>
              <a:pPr marL="0" lvl="0" indent="0">
                <a:buFont typeface="Arial" panose="020B0604020202020204" pitchFamily="34" charset="0"/>
                <a:buNone/>
              </a:pPr>
              <a:r>
                <a:rPr lang="en-US" sz="1200" b="1"/>
                <a:t>Method 1: </a:t>
              </a:r>
              <a:r>
                <a:rPr lang="en-US" sz="1200" b="0"/>
                <a:t>DRAG &amp; DROP</a:t>
              </a:r>
            </a:p>
            <a:p>
              <a:pPr lvl="1">
                <a:buNone/>
              </a:pPr>
              <a:r>
                <a:rPr lang="en-US" sz="2100"/>
                <a:t>On an empty master layout, drag and drop an image onto the slide.</a:t>
              </a:r>
            </a:p>
          </p:txBody>
        </p: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FB7C515C-9E8E-4F4D-8CC2-2ABB0CC55DD0}"/>
                </a:ext>
              </a:extLst>
            </p:cNvPr>
            <p:cNvGrpSpPr/>
            <p:nvPr userDrawn="1"/>
          </p:nvGrpSpPr>
          <p:grpSpPr>
            <a:xfrm>
              <a:off x="12596752" y="2653788"/>
              <a:ext cx="2735151" cy="2087177"/>
              <a:chOff x="12596752" y="5446684"/>
              <a:chExt cx="2735151" cy="2087177"/>
            </a:xfrm>
          </p:grpSpPr>
          <p:grpSp>
            <p:nvGrpSpPr>
              <p:cNvPr id="55" name="Group 54">
                <a:extLst>
                  <a:ext uri="{FF2B5EF4-FFF2-40B4-BE49-F238E27FC236}">
                    <a16:creationId xmlns:a16="http://schemas.microsoft.com/office/drawing/2014/main" id="{9DF12327-FE2A-AC47-9B62-B74E889B05F8}"/>
                  </a:ext>
                </a:extLst>
              </p:cNvPr>
              <p:cNvGrpSpPr/>
              <p:nvPr userDrawn="1"/>
            </p:nvGrpSpPr>
            <p:grpSpPr>
              <a:xfrm>
                <a:off x="12596752" y="5446684"/>
                <a:ext cx="2735151" cy="2087177"/>
                <a:chOff x="12596752" y="3550835"/>
                <a:chExt cx="2735151" cy="2087177"/>
              </a:xfrm>
            </p:grpSpPr>
            <p:sp>
              <p:nvSpPr>
                <p:cNvPr id="58" name="Rectangle 57">
                  <a:extLst>
                    <a:ext uri="{FF2B5EF4-FFF2-40B4-BE49-F238E27FC236}">
                      <a16:creationId xmlns:a16="http://schemas.microsoft.com/office/drawing/2014/main" id="{E5E4BE0C-C05E-EC4C-9F28-233264319ED1}"/>
                    </a:ext>
                  </a:extLst>
                </p:cNvPr>
                <p:cNvSpPr/>
                <p:nvPr userDrawn="1"/>
              </p:nvSpPr>
              <p:spPr>
                <a:xfrm>
                  <a:off x="12596752" y="3550835"/>
                  <a:ext cx="2735151" cy="2087177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3600"/>
                </a:p>
              </p:txBody>
            </p:sp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951B7BBB-CD0F-BB47-B6DC-FD07A76AC376}"/>
                    </a:ext>
                  </a:extLst>
                </p:cNvPr>
                <p:cNvSpPr txBox="1"/>
                <p:nvPr userDrawn="1"/>
              </p:nvSpPr>
              <p:spPr>
                <a:xfrm>
                  <a:off x="12771990" y="4875845"/>
                  <a:ext cx="2422981" cy="498598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t">
                  <a:spAutoFit/>
                </a:bodyPr>
                <a:lstStyle/>
                <a:p>
                  <a:pPr marL="6350" lvl="1" indent="0" algn="l" defTabSz="1828709" rtl="0" eaLnBrk="1" latinLnBrk="0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None/>
                    <a:tabLst/>
                    <a:defRPr/>
                  </a:pPr>
                  <a:r>
                    <a:rPr lang="en-US" sz="1800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Deleting the image may bring the image placeholder to the top layer, covering your text. Right-click on the placeholder and choose “Send to Back”.</a:t>
                  </a:r>
                </a:p>
              </p:txBody>
            </p:sp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CE8B0A89-3F9F-E545-AE62-28655DF9E750}"/>
                    </a:ext>
                  </a:extLst>
                </p:cNvPr>
                <p:cNvSpPr txBox="1"/>
                <p:nvPr userDrawn="1"/>
              </p:nvSpPr>
              <p:spPr>
                <a:xfrm>
                  <a:off x="12771991" y="3940775"/>
                  <a:ext cx="2156990" cy="856645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t">
                  <a:spAutoFit/>
                </a:bodyPr>
                <a:lstStyle/>
                <a:p>
                  <a:pPr marL="0" indent="0" algn="l" defTabSz="1828709" rtl="0" eaLnBrk="1" latinLnBrk="0" hangingPunct="1">
                    <a:spcBef>
                      <a:spcPts val="400"/>
                    </a:spcBef>
                    <a:buNone/>
                  </a:pPr>
                  <a:r>
                    <a:rPr lang="en-US" sz="1800" b="1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First, delete the existing image to reset the photo placeholder functionality. </a:t>
                  </a:r>
                  <a:r>
                    <a:rPr lang="en-US" sz="1800" b="0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You may need to shift the gradient aside in order to do this. </a:t>
                  </a:r>
                </a:p>
                <a:p>
                  <a:pPr marL="0" indent="0" algn="l" defTabSz="1828709" rtl="0" eaLnBrk="1" latinLnBrk="0" hangingPunct="1">
                    <a:spcBef>
                      <a:spcPts val="400"/>
                    </a:spcBef>
                    <a:buNone/>
                  </a:pPr>
                  <a:r>
                    <a:rPr lang="en-US" sz="1800" b="0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Second, use one of the methods outlined above to add a new photo. </a:t>
                  </a:r>
                </a:p>
              </p:txBody>
            </p:sp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B0033488-307D-7443-B277-7985F62E9853}"/>
                    </a:ext>
                  </a:extLst>
                </p:cNvPr>
                <p:cNvSpPr txBox="1"/>
                <p:nvPr userDrawn="1"/>
              </p:nvSpPr>
              <p:spPr>
                <a:xfrm>
                  <a:off x="12771990" y="5385156"/>
                  <a:ext cx="2422981" cy="138500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t">
                  <a:spAutoFit/>
                </a:bodyPr>
                <a:lstStyle/>
                <a:p>
                  <a:pPr marL="0" indent="0" algn="l" defTabSz="1828709" rtl="0" eaLnBrk="1" latinLnBrk="0" hangingPunct="1">
                    <a:spcBef>
                      <a:spcPts val="400"/>
                    </a:spcBef>
                    <a:buNone/>
                  </a:pPr>
                  <a:r>
                    <a:rPr lang="en-US" sz="1800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You can now add a new image as normal.</a:t>
                  </a:r>
                </a:p>
              </p:txBody>
            </p:sp>
          </p:grp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D0D5CF5D-7553-9548-824D-38964FBE0B2C}"/>
                  </a:ext>
                </a:extLst>
              </p:cNvPr>
              <p:cNvSpPr txBox="1"/>
              <p:nvPr userDrawn="1"/>
            </p:nvSpPr>
            <p:spPr>
              <a:xfrm>
                <a:off x="12962943" y="5575485"/>
                <a:ext cx="2368960" cy="169277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/>
              <a:p>
                <a:pPr marL="0" indent="0" algn="l">
                  <a:buNone/>
                </a:pPr>
                <a:r>
                  <a:rPr lang="en-US" sz="2200">
                    <a:solidFill>
                      <a:schemeClr val="accent2"/>
                    </a:solidFill>
                    <a:latin typeface="Arial" charset="0"/>
                    <a:ea typeface="Arial" charset="0"/>
                    <a:cs typeface="Arial" charset="0"/>
                  </a:rPr>
                  <a:t>TIP: Change Image</a:t>
                </a:r>
              </a:p>
            </p:txBody>
          </p:sp>
          <p:pic>
            <p:nvPicPr>
              <p:cNvPr id="57" name="Graphic 56">
                <a:extLst>
                  <a:ext uri="{FF2B5EF4-FFF2-40B4-BE49-F238E27FC236}">
                    <a16:creationId xmlns:a16="http://schemas.microsoft.com/office/drawing/2014/main" id="{15D7316D-53D3-344E-BB9C-F6164581EB2C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2756975" y="5585768"/>
                <a:ext cx="155227" cy="155227"/>
              </a:xfrm>
              <a:prstGeom prst="rect">
                <a:avLst/>
              </a:prstGeom>
            </p:spPr>
          </p:pic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7400B615-4CE0-D34E-BF93-76B99B749D7B}"/>
                </a:ext>
              </a:extLst>
            </p:cNvPr>
            <p:cNvGrpSpPr/>
            <p:nvPr userDrawn="1"/>
          </p:nvGrpSpPr>
          <p:grpSpPr>
            <a:xfrm>
              <a:off x="12596752" y="4895098"/>
              <a:ext cx="2735151" cy="1280928"/>
              <a:chOff x="12596752" y="4090029"/>
              <a:chExt cx="2735151" cy="1280928"/>
            </a:xfrm>
          </p:grpSpPr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1C3DB9F6-E2A9-1A44-93F4-C9DA7806A6EB}"/>
                  </a:ext>
                </a:extLst>
              </p:cNvPr>
              <p:cNvSpPr/>
              <p:nvPr userDrawn="1"/>
            </p:nvSpPr>
            <p:spPr>
              <a:xfrm>
                <a:off x="12596752" y="4090029"/>
                <a:ext cx="2735151" cy="1280928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/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6C32E33-E1A4-6545-8168-536140A34DFB}"/>
                  </a:ext>
                </a:extLst>
              </p:cNvPr>
              <p:cNvSpPr txBox="1"/>
              <p:nvPr userDrawn="1"/>
            </p:nvSpPr>
            <p:spPr>
              <a:xfrm>
                <a:off x="12962943" y="4218828"/>
                <a:ext cx="2368960" cy="169277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/>
              <a:p>
                <a:pPr marL="0" indent="0" algn="l">
                  <a:buNone/>
                </a:pPr>
                <a:r>
                  <a:rPr lang="en-US" sz="2200">
                    <a:solidFill>
                      <a:schemeClr val="accent2"/>
                    </a:solidFill>
                    <a:latin typeface="Arial" charset="0"/>
                    <a:ea typeface="Arial" charset="0"/>
                    <a:cs typeface="Arial" charset="0"/>
                  </a:rPr>
                  <a:t>TIP: Crop Image</a:t>
                </a:r>
              </a:p>
            </p:txBody>
          </p:sp>
          <p:pic>
            <p:nvPicPr>
              <p:cNvPr id="52" name="Graphic 51">
                <a:extLst>
                  <a:ext uri="{FF2B5EF4-FFF2-40B4-BE49-F238E27FC236}">
                    <a16:creationId xmlns:a16="http://schemas.microsoft.com/office/drawing/2014/main" id="{4B103A4A-10D1-7143-846E-27726D7C500A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2756975" y="4229111"/>
                <a:ext cx="155227" cy="155227"/>
              </a:xfrm>
              <a:prstGeom prst="rect">
                <a:avLst/>
              </a:prstGeom>
            </p:spPr>
          </p:pic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AB7E24D2-173A-144A-B5FC-C8483736690D}"/>
                  </a:ext>
                </a:extLst>
              </p:cNvPr>
              <p:cNvSpPr txBox="1"/>
              <p:nvPr userDrawn="1"/>
            </p:nvSpPr>
            <p:spPr>
              <a:xfrm>
                <a:off x="12756975" y="4483012"/>
                <a:ext cx="2384904" cy="680956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defPPr>
                  <a:defRPr lang="en-US"/>
                </a:defPPr>
                <a:lvl1pPr lvl="0">
                  <a:spcBef>
                    <a:spcPts val="1000"/>
                  </a:spcBef>
                  <a:spcAft>
                    <a:spcPts val="300"/>
                  </a:spcAft>
                  <a:defRPr sz="1050" b="0" cap="none" spc="0" baseline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defRPr>
                </a:lvl1pPr>
                <a:lvl2pPr marL="134938" lvl="1" indent="-131763">
                  <a:lnSpc>
                    <a:spcPct val="90000"/>
                  </a:lnSpc>
                  <a:spcAft>
                    <a:spcPts val="300"/>
                  </a:spcAft>
                  <a:buFont typeface="Wingdings" pitchFamily="2" charset="2"/>
                  <a:buChar char="§"/>
                  <a:tabLst/>
                  <a:defRPr sz="90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defRPr>
                </a:lvl2pPr>
                <a:lvl3pPr marL="11113" lvl="2" indent="0">
                  <a:spcBef>
                    <a:spcPts val="300"/>
                  </a:spcBef>
                  <a:buFont typeface="Wingdings" pitchFamily="2" charset="2"/>
                  <a:buNone/>
                  <a:tabLst/>
                  <a:defRPr sz="800">
                    <a:solidFill>
                      <a:schemeClr val="bg1">
                        <a:lumMod val="85000"/>
                      </a:schemeClr>
                    </a:solidFill>
                  </a:defRPr>
                </a:lvl3pPr>
              </a:lstStyle>
              <a:p>
                <a:pPr marL="6350" lvl="1" indent="0">
                  <a:buNone/>
                  <a:defRPr/>
                </a:pPr>
                <a:r>
                  <a:rPr lang="en-US" sz="18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charset="0"/>
                    <a:cs typeface="Arial" charset="0"/>
                  </a:rPr>
                  <a:t>Right-click on the image.</a:t>
                </a:r>
              </a:p>
              <a:p>
                <a:pPr marL="6350" lvl="1" indent="0">
                  <a:buNone/>
                  <a:defRPr/>
                </a:pPr>
                <a:r>
                  <a:rPr lang="en-US" sz="18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charset="0"/>
                    <a:cs typeface="Arial" charset="0"/>
                  </a:rPr>
                  <a:t>Choose “Crop” from the menu. (       )</a:t>
                </a:r>
              </a:p>
              <a:p>
                <a:pPr marL="6350" lvl="1" indent="0">
                  <a:buNone/>
                  <a:defRPr/>
                </a:pPr>
                <a:r>
                  <a:rPr lang="en-US" sz="18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charset="0"/>
                    <a:cs typeface="Arial" charset="0"/>
                  </a:rPr>
                  <a:t>Adjust the size and position of the image.</a:t>
                </a:r>
              </a:p>
              <a:p>
                <a:pPr marL="6350" lvl="1" indent="0">
                  <a:buNone/>
                  <a:defRPr/>
                </a:pPr>
                <a:r>
                  <a:rPr lang="en-US" sz="18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charset="0"/>
                    <a:cs typeface="Arial" charset="0"/>
                  </a:rPr>
                  <a:t>Press Esc or click outside the image area to exit the cropping mode.</a:t>
                </a:r>
              </a:p>
            </p:txBody>
          </p:sp>
          <p:pic>
            <p:nvPicPr>
              <p:cNvPr id="54" name="Picture 53">
                <a:extLst>
                  <a:ext uri="{FF2B5EF4-FFF2-40B4-BE49-F238E27FC236}">
                    <a16:creationId xmlns:a16="http://schemas.microsoft.com/office/drawing/2014/main" id="{5ED7284E-6039-1049-9671-C75601B59649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4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14553978" y="4567445"/>
                <a:ext cx="136897" cy="213643"/>
              </a:xfrm>
              <a:prstGeom prst="rect">
                <a:avLst/>
              </a:prstGeom>
              <a:ln w="19050"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</p:pic>
        </p:grp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954405C4-52EB-804B-9012-D435585D82C8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12577088" y="500436"/>
              <a:ext cx="114706" cy="114706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txBody>
            <a:bodyPr vert="horz" wrap="non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0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1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3D1BBC7B-63C2-404E-9506-410774BEB031}"/>
                </a:ext>
              </a:extLst>
            </p:cNvPr>
            <p:cNvSpPr txBox="1"/>
            <p:nvPr userDrawn="1"/>
          </p:nvSpPr>
          <p:spPr>
            <a:xfrm>
              <a:off x="12776177" y="1104602"/>
              <a:ext cx="2289935" cy="838691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en-US"/>
              </a:defPPr>
              <a:lvl1pPr lvl="0">
                <a:spcBef>
                  <a:spcPts val="900"/>
                </a:spcBef>
                <a:spcAft>
                  <a:spcPts val="300"/>
                </a:spcAft>
                <a:defRPr sz="800" b="1" cap="all" spc="20" baseline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0" lvl="1" indent="0">
                <a:lnSpc>
                  <a:spcPct val="90000"/>
                </a:lnSpc>
                <a:spcAft>
                  <a:spcPts val="300"/>
                </a:spcAft>
                <a:tabLst/>
                <a:defRPr sz="12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113" lvl="2" indent="0">
                <a:spcBef>
                  <a:spcPts val="300"/>
                </a:spcBef>
                <a:buFont typeface="Wingdings" pitchFamily="2" charset="2"/>
                <a:buNone/>
                <a:tabLst/>
                <a:defRPr sz="800">
                  <a:solidFill>
                    <a:schemeClr val="bg1">
                      <a:lumMod val="85000"/>
                    </a:schemeClr>
                  </a:solidFill>
                </a:defRPr>
              </a:lvl3pPr>
            </a:lstStyle>
            <a:p>
              <a:pPr marL="0" lvl="0" indent="0">
                <a:buFont typeface="Arial" panose="020B0604020202020204" pitchFamily="34" charset="0"/>
                <a:buNone/>
              </a:pPr>
              <a:r>
                <a:rPr lang="en-US" sz="1200"/>
                <a:t>Method 2: </a:t>
              </a:r>
              <a:r>
                <a:rPr lang="en-US" sz="1200" b="0"/>
                <a:t>PLACEHOLDER ICON</a:t>
              </a:r>
            </a:p>
            <a:p>
              <a:pPr lvl="1">
                <a:buNone/>
              </a:pPr>
              <a:r>
                <a:rPr lang="en-US" sz="2100"/>
                <a:t>Click the image icon inside the placeholder to browse for an image. You may need to shift the gradient aside in order to access the placeholder icon.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0B9E8EBD-E3C6-3040-AB88-9B04F8B88CE7}"/>
                </a:ext>
              </a:extLst>
            </p:cNvPr>
            <p:cNvSpPr txBox="1"/>
            <p:nvPr userDrawn="1"/>
          </p:nvSpPr>
          <p:spPr>
            <a:xfrm>
              <a:off x="12776177" y="2045527"/>
              <a:ext cx="2016492" cy="415499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en-US"/>
              </a:defPPr>
              <a:lvl1pPr lvl="0">
                <a:spcBef>
                  <a:spcPts val="1600"/>
                </a:spcBef>
                <a:spcAft>
                  <a:spcPts val="300"/>
                </a:spcAft>
                <a:defRPr sz="1050" b="0" cap="none" spc="0" baseline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134938" lvl="1" indent="-131763">
                <a:lnSpc>
                  <a:spcPct val="90000"/>
                </a:lnSpc>
                <a:spcAft>
                  <a:spcPts val="300"/>
                </a:spcAft>
                <a:buFont typeface="Wingdings" pitchFamily="2" charset="2"/>
                <a:buChar char="§"/>
                <a:tabLst/>
                <a:defRPr sz="9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113" lvl="2" indent="0">
                <a:spcBef>
                  <a:spcPts val="300"/>
                </a:spcBef>
                <a:buFont typeface="Wingdings" pitchFamily="2" charset="2"/>
                <a:buNone/>
                <a:tabLst/>
                <a:defRPr sz="800">
                  <a:solidFill>
                    <a:schemeClr val="bg1">
                      <a:lumMod val="85000"/>
                    </a:schemeClr>
                  </a:solidFill>
                </a:defRPr>
              </a:lvl3pPr>
            </a:lstStyle>
            <a:p>
              <a:pPr lvl="2"/>
              <a:r>
                <a:rPr lang="en-US" sz="1800"/>
                <a:t>Note: If the photo covers your text after you drop it in, simply right click the photo and select ‘Send to Back’.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C497C38B-956B-3045-9C41-F0E9A55FB0D6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12577088" y="1111659"/>
              <a:ext cx="114706" cy="114706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txBody>
            <a:bodyPr vert="horz" wrap="non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0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2</a:t>
              </a:r>
            </a:p>
          </p:txBody>
        </p: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4D0CEE89-87EB-FA4C-A449-35236BF1E1A6}"/>
              </a:ext>
            </a:extLst>
          </p:cNvPr>
          <p:cNvSpPr txBox="1"/>
          <p:nvPr userDrawn="1"/>
        </p:nvSpPr>
        <p:spPr>
          <a:xfrm>
            <a:off x="0" y="-1297980"/>
            <a:ext cx="10963178" cy="468468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accent2"/>
            </a:solidFill>
          </a:ln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spc="1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PLEASE CONTACT CREATIVE SERVICES TO REQUEST ALTERNATIVE IMAGES</a:t>
            </a:r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D7392A90-A105-1148-B086-9F1DF5955B47}"/>
              </a:ext>
            </a:extLst>
          </p:cNvPr>
          <p:cNvCxnSpPr/>
          <p:nvPr userDrawn="1"/>
        </p:nvCxnSpPr>
        <p:spPr>
          <a:xfrm>
            <a:off x="0" y="12683688"/>
            <a:ext cx="24382413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77673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35FC6-E615-2A40-BD93-96F93CE1B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016" y="304802"/>
            <a:ext cx="23302011" cy="194627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7AAF051-0DB1-5547-9810-62319ABD2BB9}"/>
              </a:ext>
            </a:extLst>
          </p:cNvPr>
          <p:cNvCxnSpPr/>
          <p:nvPr/>
        </p:nvCxnSpPr>
        <p:spPr>
          <a:xfrm>
            <a:off x="0" y="12683688"/>
            <a:ext cx="24382413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DA7B925-8430-5E43-9D3C-5945E52730FF}"/>
              </a:ext>
            </a:extLst>
          </p:cNvPr>
          <p:cNvGrpSpPr/>
          <p:nvPr/>
        </p:nvGrpSpPr>
        <p:grpSpPr>
          <a:xfrm>
            <a:off x="24920993" y="304801"/>
            <a:ext cx="6186247" cy="1619250"/>
            <a:chOff x="12461307" y="152400"/>
            <a:chExt cx="3093325" cy="809625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52167FA-2CE6-3E43-B4E9-804D52B635B2}"/>
                </a:ext>
              </a:extLst>
            </p:cNvPr>
            <p:cNvSpPr/>
            <p:nvPr/>
          </p:nvSpPr>
          <p:spPr>
            <a:xfrm>
              <a:off x="12461307" y="152400"/>
              <a:ext cx="3093325" cy="809625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400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A8516D1-1923-114A-A760-5BBAB43B9AF8}"/>
                </a:ext>
              </a:extLst>
            </p:cNvPr>
            <p:cNvSpPr/>
            <p:nvPr/>
          </p:nvSpPr>
          <p:spPr>
            <a:xfrm>
              <a:off x="12517897" y="219592"/>
              <a:ext cx="2960228" cy="66623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A08893D-AE6E-6F4D-8677-124539924BA5}"/>
                </a:ext>
              </a:extLst>
            </p:cNvPr>
            <p:cNvSpPr txBox="1"/>
            <p:nvPr/>
          </p:nvSpPr>
          <p:spPr>
            <a:xfrm>
              <a:off x="13123460" y="325491"/>
              <a:ext cx="2059390" cy="484748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/>
            <a:p>
              <a:pPr marL="0" indent="0" algn="l">
                <a:buNone/>
              </a:pPr>
              <a:r>
                <a:rPr lang="en-US" sz="210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rPr>
                <a:t>Access programmed text formats by using the ‘Indent More’ button to change the indent level.</a:t>
              </a:r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D567EA5D-5284-7243-BA1D-B4D7551362E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-1"/>
            <a:stretch/>
          </p:blipFill>
          <p:spPr>
            <a:xfrm>
              <a:off x="12671338" y="333949"/>
              <a:ext cx="320762" cy="350353"/>
            </a:xfrm>
            <a:prstGeom prst="roundRect">
              <a:avLst/>
            </a:prstGeom>
          </p:spPr>
        </p:pic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89ACD5-841B-9742-BF12-AB47740C0DD4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r>
              <a:rPr lang="en-CA"/>
              <a:t>Date</a:t>
            </a:r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E2861E7-C993-CF4C-B237-7333B82A5B3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27016" y="2752727"/>
            <a:ext cx="23302011" cy="957897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CBB7F8B-FA22-D54D-8196-4A2B73EEB05A}"/>
              </a:ext>
            </a:extLst>
          </p:cNvPr>
          <p:cNvCxnSpPr/>
          <p:nvPr userDrawn="1"/>
        </p:nvCxnSpPr>
        <p:spPr>
          <a:xfrm>
            <a:off x="0" y="12683688"/>
            <a:ext cx="24382413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3593963-5973-D048-8944-35AE8F0E8667}"/>
              </a:ext>
            </a:extLst>
          </p:cNvPr>
          <p:cNvGrpSpPr/>
          <p:nvPr userDrawn="1"/>
        </p:nvGrpSpPr>
        <p:grpSpPr>
          <a:xfrm>
            <a:off x="24920993" y="304801"/>
            <a:ext cx="6186247" cy="1619250"/>
            <a:chOff x="12461307" y="152400"/>
            <a:chExt cx="3093325" cy="809625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2728C0C-9E28-704A-8EA2-B5F0F5588EFE}"/>
                </a:ext>
              </a:extLst>
            </p:cNvPr>
            <p:cNvSpPr/>
            <p:nvPr userDrawn="1"/>
          </p:nvSpPr>
          <p:spPr>
            <a:xfrm>
              <a:off x="12461307" y="152400"/>
              <a:ext cx="3093325" cy="809625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400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494983F-D6D7-2B48-A475-ECB654D7EA90}"/>
                </a:ext>
              </a:extLst>
            </p:cNvPr>
            <p:cNvSpPr/>
            <p:nvPr userDrawn="1"/>
          </p:nvSpPr>
          <p:spPr>
            <a:xfrm>
              <a:off x="12517897" y="219592"/>
              <a:ext cx="2960228" cy="66623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C0A7B91-AF5B-B244-AB5A-A7C93D5159EC}"/>
                </a:ext>
              </a:extLst>
            </p:cNvPr>
            <p:cNvSpPr txBox="1"/>
            <p:nvPr userDrawn="1"/>
          </p:nvSpPr>
          <p:spPr>
            <a:xfrm>
              <a:off x="13123460" y="325491"/>
              <a:ext cx="2059390" cy="484748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/>
            <a:p>
              <a:pPr marL="0" indent="0" algn="l">
                <a:buNone/>
              </a:pPr>
              <a:r>
                <a:rPr lang="en-US" sz="210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rPr>
                <a:t>Access programmed text formats by using the ‘Indent More’ button to change the indent level.</a:t>
              </a:r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F3C4E2AF-4998-8240-8874-8CE36035C2DA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-1"/>
            <a:stretch/>
          </p:blipFill>
          <p:spPr>
            <a:xfrm>
              <a:off x="12671338" y="333949"/>
              <a:ext cx="320762" cy="350353"/>
            </a:xfrm>
            <a:prstGeom prst="round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18706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Pane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0581EFDC-AB6C-D944-8578-8F86B1E8A428}"/>
              </a:ext>
            </a:extLst>
          </p:cNvPr>
          <p:cNvSpPr txBox="1">
            <a:spLocks/>
          </p:cNvSpPr>
          <p:nvPr/>
        </p:nvSpPr>
        <p:spPr>
          <a:xfrm>
            <a:off x="527016" y="2783884"/>
            <a:ext cx="11338862" cy="9486088"/>
          </a:xfrm>
          <a:prstGeom prst="rect">
            <a:avLst/>
          </a:prstGeom>
          <a:noFill/>
          <a:ln w="12700">
            <a:solidFill>
              <a:schemeClr val="accent1"/>
            </a:solidFill>
          </a:ln>
          <a:effectLst>
            <a:outerShdw blurRad="381000" dist="127000" dir="2700000" algn="tl" rotWithShape="0">
              <a:prstClr val="black">
                <a:alpha val="822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59977" tIns="359977" rIns="359977" bIns="359977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lvl="0" indent="0" algn="ctr">
              <a:buNone/>
              <a:defRPr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/>
            <a:endParaRPr lang="en-US" sz="2400"/>
          </a:p>
        </p:txBody>
      </p:sp>
      <p:sp>
        <p:nvSpPr>
          <p:cNvPr id="29" name="Text Placeholder 66">
            <a:extLst>
              <a:ext uri="{FF2B5EF4-FFF2-40B4-BE49-F238E27FC236}">
                <a16:creationId xmlns:a16="http://schemas.microsoft.com/office/drawing/2014/main" id="{D138DEA1-CD5F-B240-AA70-68E83AD6C981}"/>
              </a:ext>
            </a:extLst>
          </p:cNvPr>
          <p:cNvSpPr>
            <a:spLocks noGrp="1"/>
          </p:cNvSpPr>
          <p:nvPr>
            <p:ph type="body" sz="quarter" idx="133"/>
          </p:nvPr>
        </p:nvSpPr>
        <p:spPr>
          <a:xfrm>
            <a:off x="527016" y="2783884"/>
            <a:ext cx="11338862" cy="1130756"/>
          </a:xfrm>
          <a:prstGeom prst="rect">
            <a:avLst/>
          </a:prstGeom>
          <a:solidFill>
            <a:schemeClr val="accent1"/>
          </a:solidFill>
        </p:spPr>
        <p:txBody>
          <a:bodyPr lIns="72000" tIns="90000" bIns="9000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 b="1" i="0" cap="none" spc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7A3582-E7AD-494F-A077-ED0BBC4FB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016" y="304800"/>
            <a:ext cx="23302011" cy="1946276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AB41468-138A-CC4E-B6DB-B7BB37BD42F3}"/>
              </a:ext>
            </a:extLst>
          </p:cNvPr>
          <p:cNvCxnSpPr/>
          <p:nvPr/>
        </p:nvCxnSpPr>
        <p:spPr>
          <a:xfrm>
            <a:off x="0" y="12683688"/>
            <a:ext cx="24382413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0475398-FD0C-EC4B-889D-4F052DEB01C2}"/>
              </a:ext>
            </a:extLst>
          </p:cNvPr>
          <p:cNvGrpSpPr/>
          <p:nvPr/>
        </p:nvGrpSpPr>
        <p:grpSpPr>
          <a:xfrm>
            <a:off x="24920993" y="304801"/>
            <a:ext cx="6186247" cy="1619250"/>
            <a:chOff x="12461307" y="152400"/>
            <a:chExt cx="3093325" cy="809625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90F0DAA-D14E-9B4D-AFD7-D1A0A2420A34}"/>
                </a:ext>
              </a:extLst>
            </p:cNvPr>
            <p:cNvSpPr/>
            <p:nvPr/>
          </p:nvSpPr>
          <p:spPr>
            <a:xfrm>
              <a:off x="12461307" y="152400"/>
              <a:ext cx="3093325" cy="809625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400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B5F4F4E-1D9C-E24A-BEC0-703EDEE035B1}"/>
                </a:ext>
              </a:extLst>
            </p:cNvPr>
            <p:cNvSpPr/>
            <p:nvPr/>
          </p:nvSpPr>
          <p:spPr>
            <a:xfrm>
              <a:off x="12517897" y="219592"/>
              <a:ext cx="2960228" cy="66623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E4E2110-C390-3748-BA1A-C0AFAA97AA01}"/>
                </a:ext>
              </a:extLst>
            </p:cNvPr>
            <p:cNvSpPr txBox="1"/>
            <p:nvPr/>
          </p:nvSpPr>
          <p:spPr>
            <a:xfrm>
              <a:off x="13123460" y="325491"/>
              <a:ext cx="2059390" cy="484748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/>
            <a:p>
              <a:pPr marL="0" indent="0" algn="l">
                <a:buNone/>
              </a:pPr>
              <a:r>
                <a:rPr lang="en-US" sz="210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rPr>
                <a:t>Access programmed text formats by using the ‘Indent More’ button to change the indent level.</a:t>
              </a:r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F0E44716-37BA-D54F-BF54-4BC7B64903C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-1"/>
            <a:stretch/>
          </p:blipFill>
          <p:spPr>
            <a:xfrm>
              <a:off x="12671338" y="333949"/>
              <a:ext cx="320762" cy="350353"/>
            </a:xfrm>
            <a:prstGeom prst="roundRect">
              <a:avLst/>
            </a:prstGeom>
          </p:spPr>
        </p:pic>
      </p:grp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D6167F22-9CD6-E640-8BC4-4AD04811E23A}"/>
              </a:ext>
            </a:extLst>
          </p:cNvPr>
          <p:cNvSpPr>
            <a:spLocks noGrp="1"/>
          </p:cNvSpPr>
          <p:nvPr>
            <p:ph type="body" sz="quarter" idx="131"/>
          </p:nvPr>
        </p:nvSpPr>
        <p:spPr>
          <a:xfrm>
            <a:off x="742902" y="4235474"/>
            <a:ext cx="10884234" cy="7788252"/>
          </a:xfrm>
          <a:prstGeom prst="callout1">
            <a:avLst>
              <a:gd name="adj1" fmla="val -44"/>
              <a:gd name="adj2" fmla="val -275"/>
              <a:gd name="adj3" fmla="val 137"/>
              <a:gd name="adj4" fmla="val 100385"/>
            </a:avLst>
          </a:prstGeom>
          <a:ln w="12700">
            <a:noFill/>
          </a:ln>
        </p:spPr>
        <p:txBody>
          <a:bodyPr lIns="72000" tIns="90000" rIns="9000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E06EA8AD-7EFE-BF40-9C85-86D70664FBD6}"/>
              </a:ext>
            </a:extLst>
          </p:cNvPr>
          <p:cNvSpPr txBox="1">
            <a:spLocks/>
          </p:cNvSpPr>
          <p:nvPr/>
        </p:nvSpPr>
        <p:spPr>
          <a:xfrm>
            <a:off x="12506848" y="2783884"/>
            <a:ext cx="11322179" cy="9486088"/>
          </a:xfrm>
          <a:prstGeom prst="rect">
            <a:avLst/>
          </a:prstGeom>
          <a:noFill/>
          <a:ln w="12700">
            <a:solidFill>
              <a:schemeClr val="accent1"/>
            </a:solidFill>
          </a:ln>
          <a:effectLst>
            <a:outerShdw blurRad="381000" dist="127000" dir="2700000" algn="tl" rotWithShape="0">
              <a:prstClr val="black">
                <a:alpha val="822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59977" tIns="359977" rIns="359977" bIns="359977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lvl="0" indent="0" algn="ctr">
              <a:buNone/>
              <a:defRPr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/>
            <a:endParaRPr lang="en-US" sz="2400"/>
          </a:p>
        </p:txBody>
      </p:sp>
      <p:sp>
        <p:nvSpPr>
          <p:cNvPr id="31" name="Text Placeholder 66">
            <a:extLst>
              <a:ext uri="{FF2B5EF4-FFF2-40B4-BE49-F238E27FC236}">
                <a16:creationId xmlns:a16="http://schemas.microsoft.com/office/drawing/2014/main" id="{ADB40F71-0956-9E4E-8678-71614400702B}"/>
              </a:ext>
            </a:extLst>
          </p:cNvPr>
          <p:cNvSpPr>
            <a:spLocks noGrp="1"/>
          </p:cNvSpPr>
          <p:nvPr>
            <p:ph type="body" sz="quarter" idx="134"/>
          </p:nvPr>
        </p:nvSpPr>
        <p:spPr>
          <a:xfrm>
            <a:off x="12506848" y="2783884"/>
            <a:ext cx="11322179" cy="1130756"/>
          </a:xfrm>
          <a:prstGeom prst="rect">
            <a:avLst/>
          </a:prstGeom>
          <a:solidFill>
            <a:schemeClr val="accent1"/>
          </a:solidFill>
        </p:spPr>
        <p:txBody>
          <a:bodyPr lIns="72000" tIns="90000" bIns="9000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 b="1" i="0" cap="none" spc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FB55F77E-31E9-084F-8473-24AEADF9FC7F}"/>
              </a:ext>
            </a:extLst>
          </p:cNvPr>
          <p:cNvSpPr>
            <a:spLocks noGrp="1"/>
          </p:cNvSpPr>
          <p:nvPr>
            <p:ph type="body" sz="quarter" idx="135"/>
          </p:nvPr>
        </p:nvSpPr>
        <p:spPr>
          <a:xfrm>
            <a:off x="12780750" y="4235474"/>
            <a:ext cx="10858761" cy="7788252"/>
          </a:xfrm>
          <a:prstGeom prst="callout1">
            <a:avLst>
              <a:gd name="adj1" fmla="val -44"/>
              <a:gd name="adj2" fmla="val -275"/>
              <a:gd name="adj3" fmla="val 137"/>
              <a:gd name="adj4" fmla="val 100385"/>
            </a:avLst>
          </a:prstGeom>
          <a:ln w="12700">
            <a:noFill/>
          </a:ln>
        </p:spPr>
        <p:txBody>
          <a:bodyPr lIns="72000" tIns="90000" rIns="9000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7D9F0BC6-0C75-0E42-8C6B-79A179A1D846}"/>
              </a:ext>
            </a:extLst>
          </p:cNvPr>
          <p:cNvSpPr txBox="1">
            <a:spLocks/>
          </p:cNvSpPr>
          <p:nvPr userDrawn="1"/>
        </p:nvSpPr>
        <p:spPr>
          <a:xfrm>
            <a:off x="527016" y="2783884"/>
            <a:ext cx="11338862" cy="9486088"/>
          </a:xfrm>
          <a:prstGeom prst="rect">
            <a:avLst/>
          </a:prstGeom>
          <a:noFill/>
          <a:ln w="12700">
            <a:solidFill>
              <a:schemeClr val="accent1"/>
            </a:solidFill>
          </a:ln>
          <a:effectLst>
            <a:outerShdw blurRad="381000" dist="127000" dir="2700000" algn="tl" rotWithShape="0">
              <a:prstClr val="black">
                <a:alpha val="822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59977" tIns="359977" rIns="359977" bIns="359977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lvl="0" indent="0" algn="ctr">
              <a:buNone/>
              <a:defRPr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/>
            <a:endParaRPr lang="en-US" sz="240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2916561-8485-CB4E-99A2-2E3B5A8F2CE8}"/>
              </a:ext>
            </a:extLst>
          </p:cNvPr>
          <p:cNvCxnSpPr/>
          <p:nvPr userDrawn="1"/>
        </p:nvCxnSpPr>
        <p:spPr>
          <a:xfrm>
            <a:off x="0" y="12683688"/>
            <a:ext cx="24382413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8F6C07B-7A75-614B-BAB4-CAA4AF7B23D1}"/>
              </a:ext>
            </a:extLst>
          </p:cNvPr>
          <p:cNvGrpSpPr/>
          <p:nvPr userDrawn="1"/>
        </p:nvGrpSpPr>
        <p:grpSpPr>
          <a:xfrm>
            <a:off x="24920993" y="304801"/>
            <a:ext cx="6186247" cy="1619250"/>
            <a:chOff x="12461307" y="152400"/>
            <a:chExt cx="3093325" cy="809625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86ECD97-8998-3749-B400-69693486FA66}"/>
                </a:ext>
              </a:extLst>
            </p:cNvPr>
            <p:cNvSpPr/>
            <p:nvPr userDrawn="1"/>
          </p:nvSpPr>
          <p:spPr>
            <a:xfrm>
              <a:off x="12461307" y="152400"/>
              <a:ext cx="3093325" cy="809625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4000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E0DF394-496C-1043-8A55-4705D11376ED}"/>
                </a:ext>
              </a:extLst>
            </p:cNvPr>
            <p:cNvSpPr/>
            <p:nvPr userDrawn="1"/>
          </p:nvSpPr>
          <p:spPr>
            <a:xfrm>
              <a:off x="12517897" y="219592"/>
              <a:ext cx="2960228" cy="66623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7643489-0789-9C4C-B11F-3621575C914A}"/>
                </a:ext>
              </a:extLst>
            </p:cNvPr>
            <p:cNvSpPr txBox="1"/>
            <p:nvPr userDrawn="1"/>
          </p:nvSpPr>
          <p:spPr>
            <a:xfrm>
              <a:off x="13123460" y="325491"/>
              <a:ext cx="2059390" cy="484748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/>
            <a:p>
              <a:pPr marL="0" indent="0" algn="l">
                <a:buNone/>
              </a:pPr>
              <a:r>
                <a:rPr lang="en-US" sz="210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rPr>
                <a:t>Access programmed text formats by using the ‘Indent More’ button to change the indent level.</a:t>
              </a:r>
            </a:p>
          </p:txBody>
        </p:sp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3DD6CBA6-44EA-8240-8178-B2A6A630EB9F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-1"/>
            <a:stretch/>
          </p:blipFill>
          <p:spPr>
            <a:xfrm>
              <a:off x="12671338" y="333949"/>
              <a:ext cx="320762" cy="350353"/>
            </a:xfrm>
            <a:prstGeom prst="roundRect">
              <a:avLst/>
            </a:prstGeom>
          </p:spPr>
        </p:pic>
      </p:grpSp>
      <p:sp>
        <p:nvSpPr>
          <p:cNvPr id="34" name="Text Placeholder 5">
            <a:extLst>
              <a:ext uri="{FF2B5EF4-FFF2-40B4-BE49-F238E27FC236}">
                <a16:creationId xmlns:a16="http://schemas.microsoft.com/office/drawing/2014/main" id="{6F395A8D-C088-3046-8594-2332FD6E7865}"/>
              </a:ext>
            </a:extLst>
          </p:cNvPr>
          <p:cNvSpPr txBox="1">
            <a:spLocks/>
          </p:cNvSpPr>
          <p:nvPr userDrawn="1"/>
        </p:nvSpPr>
        <p:spPr>
          <a:xfrm>
            <a:off x="12506848" y="2783884"/>
            <a:ext cx="11322179" cy="9486088"/>
          </a:xfrm>
          <a:prstGeom prst="rect">
            <a:avLst/>
          </a:prstGeom>
          <a:noFill/>
          <a:ln w="12700">
            <a:solidFill>
              <a:schemeClr val="accent1"/>
            </a:solidFill>
          </a:ln>
          <a:effectLst>
            <a:outerShdw blurRad="381000" dist="127000" dir="2700000" algn="tl" rotWithShape="0">
              <a:prstClr val="black">
                <a:alpha val="822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59977" tIns="359977" rIns="359977" bIns="359977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lvl="0" indent="0" algn="ctr">
              <a:buNone/>
              <a:defRPr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7585385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Panel Content (Ico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CD462DD1-2968-DD4D-8645-554A7F0A7118}"/>
              </a:ext>
            </a:extLst>
          </p:cNvPr>
          <p:cNvSpPr txBox="1">
            <a:spLocks/>
          </p:cNvSpPr>
          <p:nvPr/>
        </p:nvSpPr>
        <p:spPr>
          <a:xfrm>
            <a:off x="553386" y="5197570"/>
            <a:ext cx="11312492" cy="7134124"/>
          </a:xfrm>
          <a:prstGeom prst="rect">
            <a:avLst/>
          </a:prstGeom>
          <a:noFill/>
          <a:ln w="12700">
            <a:solidFill>
              <a:schemeClr val="accent1"/>
            </a:solidFill>
          </a:ln>
          <a:effectLst>
            <a:outerShdw blurRad="381000" dist="127000" dir="2700000" algn="tl" rotWithShape="0">
              <a:prstClr val="black">
                <a:alpha val="822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59977" tIns="359977" rIns="359977" bIns="359977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lvl="0" indent="0" algn="ctr">
              <a:buNone/>
              <a:defRPr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/>
            <a:endParaRPr lang="en-US" sz="2400"/>
          </a:p>
        </p:txBody>
      </p:sp>
      <p:sp>
        <p:nvSpPr>
          <p:cNvPr id="28" name="Text Placeholder 66">
            <a:extLst>
              <a:ext uri="{FF2B5EF4-FFF2-40B4-BE49-F238E27FC236}">
                <a16:creationId xmlns:a16="http://schemas.microsoft.com/office/drawing/2014/main" id="{DAF97D3C-21F8-474A-9A9B-C16CB312E522}"/>
              </a:ext>
            </a:extLst>
          </p:cNvPr>
          <p:cNvSpPr>
            <a:spLocks noGrp="1"/>
          </p:cNvSpPr>
          <p:nvPr>
            <p:ph type="body" sz="quarter" idx="135"/>
          </p:nvPr>
        </p:nvSpPr>
        <p:spPr>
          <a:xfrm>
            <a:off x="567765" y="5204354"/>
            <a:ext cx="11298113" cy="1130756"/>
          </a:xfrm>
          <a:prstGeom prst="rect">
            <a:avLst/>
          </a:prstGeom>
          <a:solidFill>
            <a:schemeClr val="accent1"/>
          </a:solidFill>
        </p:spPr>
        <p:txBody>
          <a:bodyPr lIns="72000" tIns="90000" bIns="9000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 b="1" i="0" cap="none" spc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167DD1A5-0ADA-ED4C-973F-B79AF4024696}"/>
              </a:ext>
            </a:extLst>
          </p:cNvPr>
          <p:cNvSpPr>
            <a:spLocks noGrp="1"/>
          </p:cNvSpPr>
          <p:nvPr>
            <p:ph type="body" sz="quarter" idx="136"/>
          </p:nvPr>
        </p:nvSpPr>
        <p:spPr>
          <a:xfrm>
            <a:off x="809573" y="6662991"/>
            <a:ext cx="10817564" cy="5360734"/>
          </a:xfrm>
          <a:prstGeom prst="callout1">
            <a:avLst>
              <a:gd name="adj1" fmla="val -44"/>
              <a:gd name="adj2" fmla="val -275"/>
              <a:gd name="adj3" fmla="val 137"/>
              <a:gd name="adj4" fmla="val 100385"/>
            </a:avLst>
          </a:prstGeom>
          <a:ln w="12700">
            <a:noFill/>
          </a:ln>
        </p:spPr>
        <p:txBody>
          <a:bodyPr lIns="72000" tIns="90000" rIns="9000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956376-453E-6C41-8339-71927A31E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016" y="304802"/>
            <a:ext cx="23302011" cy="194627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10757BF4-FC23-F246-B395-CBA94693BE9F}"/>
              </a:ext>
            </a:extLst>
          </p:cNvPr>
          <p:cNvCxnSpPr/>
          <p:nvPr/>
        </p:nvCxnSpPr>
        <p:spPr>
          <a:xfrm>
            <a:off x="0" y="12683688"/>
            <a:ext cx="24382413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Group 38">
            <a:extLst>
              <a:ext uri="{FF2B5EF4-FFF2-40B4-BE49-F238E27FC236}">
                <a16:creationId xmlns:a16="http://schemas.microsoft.com/office/drawing/2014/main" id="{724A6C93-038D-8A4A-97D9-65BB92DF9160}"/>
              </a:ext>
            </a:extLst>
          </p:cNvPr>
          <p:cNvGrpSpPr/>
          <p:nvPr/>
        </p:nvGrpSpPr>
        <p:grpSpPr>
          <a:xfrm>
            <a:off x="24920993" y="304801"/>
            <a:ext cx="6186247" cy="1619250"/>
            <a:chOff x="12461307" y="152400"/>
            <a:chExt cx="3093325" cy="809625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1A3BF86E-DC4A-534E-AB71-5E37E0AA464A}"/>
                </a:ext>
              </a:extLst>
            </p:cNvPr>
            <p:cNvSpPr/>
            <p:nvPr/>
          </p:nvSpPr>
          <p:spPr>
            <a:xfrm>
              <a:off x="12461307" y="152400"/>
              <a:ext cx="3093325" cy="809625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4000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EEA083D4-81AF-304E-A7DC-4D13A47CD55E}"/>
                </a:ext>
              </a:extLst>
            </p:cNvPr>
            <p:cNvSpPr/>
            <p:nvPr/>
          </p:nvSpPr>
          <p:spPr>
            <a:xfrm>
              <a:off x="12517897" y="219592"/>
              <a:ext cx="2960228" cy="66623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0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BADED5F-7065-3947-BD5E-9618CC9DEC53}"/>
                </a:ext>
              </a:extLst>
            </p:cNvPr>
            <p:cNvSpPr txBox="1"/>
            <p:nvPr/>
          </p:nvSpPr>
          <p:spPr>
            <a:xfrm>
              <a:off x="13123460" y="325491"/>
              <a:ext cx="2059390" cy="484748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/>
            <a:p>
              <a:pPr marL="0" indent="0" algn="l">
                <a:buNone/>
              </a:pPr>
              <a:r>
                <a:rPr lang="en-US" sz="210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rPr>
                <a:t>Access programmed text formats by using the ‘Indent More’ button to change the indent level.</a:t>
              </a:r>
            </a:p>
          </p:txBody>
        </p:sp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9E038719-D17B-184C-926B-19D2C1FE120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-1"/>
            <a:stretch/>
          </p:blipFill>
          <p:spPr>
            <a:xfrm>
              <a:off x="12671338" y="333949"/>
              <a:ext cx="320762" cy="350353"/>
            </a:xfrm>
            <a:prstGeom prst="roundRect">
              <a:avLst/>
            </a:prstGeom>
          </p:spPr>
        </p:pic>
      </p:grp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86619C4-DDFD-114D-A3A1-EEF4D2E1A1C4}"/>
              </a:ext>
            </a:extLst>
          </p:cNvPr>
          <p:cNvSpPr>
            <a:spLocks noGrp="1"/>
          </p:cNvSpPr>
          <p:nvPr>
            <p:ph type="pic" sz="quarter" idx="125" hasCustomPrompt="1"/>
          </p:nvPr>
        </p:nvSpPr>
        <p:spPr>
          <a:xfrm>
            <a:off x="567766" y="2752727"/>
            <a:ext cx="2093534" cy="2091570"/>
          </a:xfrm>
        </p:spPr>
        <p:txBody>
          <a:bodyPr wrap="square" anchor="ctr"/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Copy and paste icon from asset slide</a:t>
            </a:r>
          </a:p>
        </p:txBody>
      </p:sp>
      <p:sp>
        <p:nvSpPr>
          <p:cNvPr id="56" name="Picture Placeholder 3">
            <a:extLst>
              <a:ext uri="{FF2B5EF4-FFF2-40B4-BE49-F238E27FC236}">
                <a16:creationId xmlns:a16="http://schemas.microsoft.com/office/drawing/2014/main" id="{1655C88E-D663-3249-9C5A-B04DD9BCC181}"/>
              </a:ext>
            </a:extLst>
          </p:cNvPr>
          <p:cNvSpPr>
            <a:spLocks noGrp="1"/>
          </p:cNvSpPr>
          <p:nvPr>
            <p:ph type="pic" sz="quarter" idx="126" hasCustomPrompt="1"/>
          </p:nvPr>
        </p:nvSpPr>
        <p:spPr>
          <a:xfrm>
            <a:off x="12530915" y="2752727"/>
            <a:ext cx="2093534" cy="2091570"/>
          </a:xfrm>
        </p:spPr>
        <p:txBody>
          <a:bodyPr wrap="square" anchor="ctr"/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Copy and paste icon from asset slide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BCC3F5CC-BA22-C648-BC83-061C4AE60D31}"/>
              </a:ext>
            </a:extLst>
          </p:cNvPr>
          <p:cNvSpPr>
            <a:spLocks noGrp="1"/>
          </p:cNvSpPr>
          <p:nvPr>
            <p:ph type="dt" sz="half" idx="130"/>
          </p:nvPr>
        </p:nvSpPr>
        <p:spPr/>
        <p:txBody>
          <a:bodyPr/>
          <a:lstStyle/>
          <a:p>
            <a:r>
              <a:rPr lang="en-CA"/>
              <a:t>Date</a:t>
            </a:r>
            <a:endParaRPr lang="en-US"/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D4D1209F-636E-294D-9E55-5371A0A9B107}"/>
              </a:ext>
            </a:extLst>
          </p:cNvPr>
          <p:cNvSpPr txBox="1">
            <a:spLocks/>
          </p:cNvSpPr>
          <p:nvPr/>
        </p:nvSpPr>
        <p:spPr>
          <a:xfrm>
            <a:off x="12530914" y="5197570"/>
            <a:ext cx="11298113" cy="7134124"/>
          </a:xfrm>
          <a:prstGeom prst="rect">
            <a:avLst/>
          </a:prstGeom>
          <a:noFill/>
          <a:ln w="12700">
            <a:solidFill>
              <a:schemeClr val="accent1"/>
            </a:solidFill>
          </a:ln>
          <a:effectLst>
            <a:outerShdw blurRad="381000" dist="127000" dir="2700000" algn="tl" rotWithShape="0">
              <a:prstClr val="black">
                <a:alpha val="822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59977" tIns="359977" rIns="359977" bIns="359977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lvl="0" indent="0" algn="ctr">
              <a:buNone/>
              <a:defRPr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/>
            <a:endParaRPr lang="en-US" sz="2400"/>
          </a:p>
        </p:txBody>
      </p:sp>
      <p:sp>
        <p:nvSpPr>
          <p:cNvPr id="31" name="Text Placeholder 66">
            <a:extLst>
              <a:ext uri="{FF2B5EF4-FFF2-40B4-BE49-F238E27FC236}">
                <a16:creationId xmlns:a16="http://schemas.microsoft.com/office/drawing/2014/main" id="{DD527E8C-0C00-CD44-9A9D-C99529CCB7DB}"/>
              </a:ext>
            </a:extLst>
          </p:cNvPr>
          <p:cNvSpPr>
            <a:spLocks noGrp="1"/>
          </p:cNvSpPr>
          <p:nvPr>
            <p:ph type="body" sz="quarter" idx="137"/>
          </p:nvPr>
        </p:nvSpPr>
        <p:spPr>
          <a:xfrm>
            <a:off x="12530914" y="5204354"/>
            <a:ext cx="11298113" cy="1130756"/>
          </a:xfrm>
          <a:prstGeom prst="rect">
            <a:avLst/>
          </a:prstGeom>
          <a:solidFill>
            <a:schemeClr val="accent1"/>
          </a:solidFill>
        </p:spPr>
        <p:txBody>
          <a:bodyPr lIns="72000" tIns="90000" bIns="9000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 b="1" i="0" cap="none" spc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DBC8B929-B893-E64A-B20C-B44677394EE0}"/>
              </a:ext>
            </a:extLst>
          </p:cNvPr>
          <p:cNvSpPr>
            <a:spLocks noGrp="1"/>
          </p:cNvSpPr>
          <p:nvPr>
            <p:ph type="body" sz="quarter" idx="138"/>
          </p:nvPr>
        </p:nvSpPr>
        <p:spPr>
          <a:xfrm>
            <a:off x="12804818" y="6662991"/>
            <a:ext cx="10768025" cy="5360734"/>
          </a:xfrm>
          <a:prstGeom prst="callout1">
            <a:avLst>
              <a:gd name="adj1" fmla="val -44"/>
              <a:gd name="adj2" fmla="val -275"/>
              <a:gd name="adj3" fmla="val 137"/>
              <a:gd name="adj4" fmla="val 100385"/>
            </a:avLst>
          </a:prstGeom>
          <a:ln w="12700">
            <a:noFill/>
          </a:ln>
        </p:spPr>
        <p:txBody>
          <a:bodyPr lIns="72000" tIns="90000" rIns="9000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9AF6A1-DE47-1E41-9281-E04E34E5F81A}"/>
              </a:ext>
            </a:extLst>
          </p:cNvPr>
          <p:cNvSpPr txBox="1">
            <a:spLocks/>
          </p:cNvSpPr>
          <p:nvPr userDrawn="1"/>
        </p:nvSpPr>
        <p:spPr>
          <a:xfrm>
            <a:off x="553386" y="5197570"/>
            <a:ext cx="11312492" cy="7134124"/>
          </a:xfrm>
          <a:prstGeom prst="rect">
            <a:avLst/>
          </a:prstGeom>
          <a:noFill/>
          <a:ln w="12700">
            <a:solidFill>
              <a:schemeClr val="accent1"/>
            </a:solidFill>
          </a:ln>
          <a:effectLst>
            <a:outerShdw blurRad="381000" dist="127000" dir="2700000" algn="tl" rotWithShape="0">
              <a:prstClr val="black">
                <a:alpha val="822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59977" tIns="359977" rIns="359977" bIns="359977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lvl="0" indent="0" algn="ctr">
              <a:buNone/>
              <a:defRPr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/>
            <a:endParaRPr lang="en-US" sz="240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845FC27-F54E-CE49-A418-EEFEACFFC7C1}"/>
              </a:ext>
            </a:extLst>
          </p:cNvPr>
          <p:cNvCxnSpPr/>
          <p:nvPr userDrawn="1"/>
        </p:nvCxnSpPr>
        <p:spPr>
          <a:xfrm>
            <a:off x="0" y="12683688"/>
            <a:ext cx="24382413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347543E-F55A-7046-B1CB-F88CC660C71F}"/>
              </a:ext>
            </a:extLst>
          </p:cNvPr>
          <p:cNvGrpSpPr/>
          <p:nvPr userDrawn="1"/>
        </p:nvGrpSpPr>
        <p:grpSpPr>
          <a:xfrm>
            <a:off x="24920993" y="304801"/>
            <a:ext cx="6186247" cy="1619250"/>
            <a:chOff x="12461307" y="152400"/>
            <a:chExt cx="3093325" cy="809625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1F1A7B1-EFD2-5B4F-A626-4FA7ACD2E1AD}"/>
                </a:ext>
              </a:extLst>
            </p:cNvPr>
            <p:cNvSpPr/>
            <p:nvPr userDrawn="1"/>
          </p:nvSpPr>
          <p:spPr>
            <a:xfrm>
              <a:off x="12461307" y="152400"/>
              <a:ext cx="3093325" cy="809625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400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DC00431C-B79D-BE48-9E0D-D8578B573F0E}"/>
                </a:ext>
              </a:extLst>
            </p:cNvPr>
            <p:cNvSpPr/>
            <p:nvPr userDrawn="1"/>
          </p:nvSpPr>
          <p:spPr>
            <a:xfrm>
              <a:off x="12517897" y="219592"/>
              <a:ext cx="2960228" cy="66623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B5809FF-07A9-9444-8182-23F0141A093F}"/>
                </a:ext>
              </a:extLst>
            </p:cNvPr>
            <p:cNvSpPr txBox="1"/>
            <p:nvPr userDrawn="1"/>
          </p:nvSpPr>
          <p:spPr>
            <a:xfrm>
              <a:off x="13123460" y="325491"/>
              <a:ext cx="2059390" cy="484748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/>
            <a:p>
              <a:pPr marL="0" indent="0" algn="l">
                <a:buNone/>
              </a:pPr>
              <a:r>
                <a:rPr lang="en-US" sz="210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rPr>
                <a:t>Access programmed text formats by using the ‘Indent More’ button to change the indent level.</a:t>
              </a:r>
            </a:p>
          </p:txBody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CCAABBE7-B0A1-ED47-BE01-5F7C9B159F95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-1"/>
            <a:stretch/>
          </p:blipFill>
          <p:spPr>
            <a:xfrm>
              <a:off x="12671338" y="333949"/>
              <a:ext cx="320762" cy="350353"/>
            </a:xfrm>
            <a:prstGeom prst="roundRect">
              <a:avLst/>
            </a:prstGeom>
          </p:spPr>
        </p:pic>
      </p:grp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F5C19DE1-5CB2-294F-B3B0-2B582DEC085F}"/>
              </a:ext>
            </a:extLst>
          </p:cNvPr>
          <p:cNvSpPr txBox="1">
            <a:spLocks/>
          </p:cNvSpPr>
          <p:nvPr userDrawn="1"/>
        </p:nvSpPr>
        <p:spPr>
          <a:xfrm>
            <a:off x="12530914" y="5197570"/>
            <a:ext cx="11298113" cy="7134124"/>
          </a:xfrm>
          <a:prstGeom prst="rect">
            <a:avLst/>
          </a:prstGeom>
          <a:noFill/>
          <a:ln w="12700">
            <a:solidFill>
              <a:schemeClr val="accent1"/>
            </a:solidFill>
          </a:ln>
          <a:effectLst>
            <a:outerShdw blurRad="381000" dist="127000" dir="2700000" algn="tl" rotWithShape="0">
              <a:prstClr val="black">
                <a:alpha val="822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59977" tIns="359977" rIns="359977" bIns="359977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lvl="0" indent="0" algn="ctr">
              <a:buNone/>
              <a:defRPr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6589626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56376-453E-6C41-8339-71927A31E8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7017" y="304802"/>
            <a:ext cx="23302009" cy="1946276"/>
          </a:xfrm>
        </p:spPr>
        <p:txBody>
          <a:bodyPr/>
          <a:lstStyle/>
          <a:p>
            <a:r>
              <a:rPr lang="en-US" dirty="0"/>
              <a:t>Click to add slide title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099BC23A-3B01-0D44-975B-919E068E7DB6}"/>
              </a:ext>
            </a:extLst>
          </p:cNvPr>
          <p:cNvCxnSpPr/>
          <p:nvPr/>
        </p:nvCxnSpPr>
        <p:spPr>
          <a:xfrm>
            <a:off x="0" y="12683688"/>
            <a:ext cx="24382413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Group 47">
            <a:extLst>
              <a:ext uri="{FF2B5EF4-FFF2-40B4-BE49-F238E27FC236}">
                <a16:creationId xmlns:a16="http://schemas.microsoft.com/office/drawing/2014/main" id="{77B08C38-910D-964B-A120-50880DB008AA}"/>
              </a:ext>
            </a:extLst>
          </p:cNvPr>
          <p:cNvGrpSpPr/>
          <p:nvPr/>
        </p:nvGrpSpPr>
        <p:grpSpPr>
          <a:xfrm>
            <a:off x="24920993" y="304801"/>
            <a:ext cx="6186247" cy="1619250"/>
            <a:chOff x="12461307" y="152400"/>
            <a:chExt cx="3093325" cy="809625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9102BC4B-767C-144D-B470-7C9A67C98D8E}"/>
                </a:ext>
              </a:extLst>
            </p:cNvPr>
            <p:cNvSpPr/>
            <p:nvPr/>
          </p:nvSpPr>
          <p:spPr>
            <a:xfrm>
              <a:off x="12461307" y="152400"/>
              <a:ext cx="3093325" cy="809625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4000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333D43AB-7238-7144-98E0-9F11714B43C6}"/>
                </a:ext>
              </a:extLst>
            </p:cNvPr>
            <p:cNvSpPr/>
            <p:nvPr/>
          </p:nvSpPr>
          <p:spPr>
            <a:xfrm>
              <a:off x="12517897" y="219592"/>
              <a:ext cx="2960228" cy="66623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0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456C260E-5D1C-E24C-B487-C5EFA5BB8500}"/>
                </a:ext>
              </a:extLst>
            </p:cNvPr>
            <p:cNvSpPr txBox="1"/>
            <p:nvPr/>
          </p:nvSpPr>
          <p:spPr>
            <a:xfrm>
              <a:off x="13123460" y="325491"/>
              <a:ext cx="2059390" cy="484748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/>
            <a:p>
              <a:pPr marL="0" indent="0" algn="l">
                <a:buNone/>
              </a:pPr>
              <a:r>
                <a:rPr lang="en-US" sz="210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rPr>
                <a:t>Access programmed text formats by using the ‘Indent More’ button to change the indent level.</a:t>
              </a:r>
            </a:p>
          </p:txBody>
        </p:sp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FEB7B75A-A91A-B445-B64F-EBBB2A9D8A1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-1"/>
            <a:stretch/>
          </p:blipFill>
          <p:spPr>
            <a:xfrm>
              <a:off x="12671338" y="333949"/>
              <a:ext cx="320762" cy="350353"/>
            </a:xfrm>
            <a:prstGeom prst="roundRect">
              <a:avLst/>
            </a:prstGeom>
          </p:spPr>
        </p:pic>
      </p:grpSp>
      <p:sp>
        <p:nvSpPr>
          <p:cNvPr id="54" name="Picture Placeholder 3">
            <a:extLst>
              <a:ext uri="{FF2B5EF4-FFF2-40B4-BE49-F238E27FC236}">
                <a16:creationId xmlns:a16="http://schemas.microsoft.com/office/drawing/2014/main" id="{705AF949-22FD-8B47-A471-528D1F16CE7E}"/>
              </a:ext>
            </a:extLst>
          </p:cNvPr>
          <p:cNvSpPr>
            <a:spLocks noGrp="1"/>
          </p:cNvSpPr>
          <p:nvPr>
            <p:ph type="pic" sz="quarter" idx="125" hasCustomPrompt="1"/>
          </p:nvPr>
        </p:nvSpPr>
        <p:spPr>
          <a:xfrm>
            <a:off x="527017" y="2752727"/>
            <a:ext cx="2093534" cy="2091570"/>
          </a:xfrm>
        </p:spPr>
        <p:txBody>
          <a:bodyPr wrap="square" anchor="ctr"/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Copy and paste icon from asset slide</a:t>
            </a:r>
          </a:p>
        </p:txBody>
      </p:sp>
      <p:sp>
        <p:nvSpPr>
          <p:cNvPr id="75" name="Picture Placeholder 3">
            <a:extLst>
              <a:ext uri="{FF2B5EF4-FFF2-40B4-BE49-F238E27FC236}">
                <a16:creationId xmlns:a16="http://schemas.microsoft.com/office/drawing/2014/main" id="{B708DBD7-84C9-F343-847E-8BDCB000DA55}"/>
              </a:ext>
            </a:extLst>
          </p:cNvPr>
          <p:cNvSpPr>
            <a:spLocks noGrp="1"/>
          </p:cNvSpPr>
          <p:nvPr>
            <p:ph type="pic" sz="quarter" idx="134" hasCustomPrompt="1"/>
          </p:nvPr>
        </p:nvSpPr>
        <p:spPr>
          <a:xfrm>
            <a:off x="8466002" y="2752727"/>
            <a:ext cx="2093534" cy="2091570"/>
          </a:xfrm>
        </p:spPr>
        <p:txBody>
          <a:bodyPr wrap="square" anchor="ctr"/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Copy and paste icon from asset slide</a:t>
            </a:r>
          </a:p>
        </p:txBody>
      </p:sp>
      <p:sp>
        <p:nvSpPr>
          <p:cNvPr id="80" name="Picture Placeholder 3">
            <a:extLst>
              <a:ext uri="{FF2B5EF4-FFF2-40B4-BE49-F238E27FC236}">
                <a16:creationId xmlns:a16="http://schemas.microsoft.com/office/drawing/2014/main" id="{FB6A6219-2A0D-6149-B744-17E6573B3B2E}"/>
              </a:ext>
            </a:extLst>
          </p:cNvPr>
          <p:cNvSpPr>
            <a:spLocks noGrp="1"/>
          </p:cNvSpPr>
          <p:nvPr>
            <p:ph type="pic" sz="quarter" idx="137" hasCustomPrompt="1"/>
          </p:nvPr>
        </p:nvSpPr>
        <p:spPr>
          <a:xfrm>
            <a:off x="16345519" y="2749893"/>
            <a:ext cx="2093534" cy="2091570"/>
          </a:xfrm>
        </p:spPr>
        <p:txBody>
          <a:bodyPr wrap="square" anchor="ctr"/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Copy and paste icon from asset slide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40494A-4DC5-8B4C-8737-5D8272C5A77D}"/>
              </a:ext>
            </a:extLst>
          </p:cNvPr>
          <p:cNvSpPr>
            <a:spLocks noGrp="1"/>
          </p:cNvSpPr>
          <p:nvPr>
            <p:ph type="dt" sz="half" idx="144"/>
          </p:nvPr>
        </p:nvSpPr>
        <p:spPr/>
        <p:txBody>
          <a:bodyPr/>
          <a:lstStyle/>
          <a:p>
            <a:r>
              <a:rPr lang="en-CA"/>
              <a:t>Date</a:t>
            </a:r>
            <a:endParaRPr lang="en-US"/>
          </a:p>
        </p:txBody>
      </p:sp>
      <p:sp>
        <p:nvSpPr>
          <p:cNvPr id="35" name="Text Placeholder 5">
            <a:extLst>
              <a:ext uri="{FF2B5EF4-FFF2-40B4-BE49-F238E27FC236}">
                <a16:creationId xmlns:a16="http://schemas.microsoft.com/office/drawing/2014/main" id="{439CA89E-338C-F246-9CD9-50533660AFE2}"/>
              </a:ext>
            </a:extLst>
          </p:cNvPr>
          <p:cNvSpPr txBox="1">
            <a:spLocks/>
          </p:cNvSpPr>
          <p:nvPr/>
        </p:nvSpPr>
        <p:spPr>
          <a:xfrm>
            <a:off x="527017" y="5197570"/>
            <a:ext cx="7447729" cy="7134124"/>
          </a:xfrm>
          <a:prstGeom prst="rect">
            <a:avLst/>
          </a:prstGeom>
          <a:noFill/>
          <a:ln w="12700">
            <a:solidFill>
              <a:schemeClr val="accent1"/>
            </a:solidFill>
          </a:ln>
          <a:effectLst>
            <a:outerShdw blurRad="381000" dist="127000" dir="2700000" algn="tl" rotWithShape="0">
              <a:prstClr val="black">
                <a:alpha val="822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59977" tIns="359977" rIns="359977" bIns="359977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lvl="0" indent="0" algn="ctr">
              <a:buNone/>
              <a:defRPr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/>
            <a:endParaRPr lang="en-US" sz="2400"/>
          </a:p>
        </p:txBody>
      </p:sp>
      <p:sp>
        <p:nvSpPr>
          <p:cNvPr id="37" name="Text Placeholder 66">
            <a:extLst>
              <a:ext uri="{FF2B5EF4-FFF2-40B4-BE49-F238E27FC236}">
                <a16:creationId xmlns:a16="http://schemas.microsoft.com/office/drawing/2014/main" id="{ED2B70F4-65AA-7E4B-9E7A-E5F9FC88014A}"/>
              </a:ext>
            </a:extLst>
          </p:cNvPr>
          <p:cNvSpPr>
            <a:spLocks noGrp="1"/>
          </p:cNvSpPr>
          <p:nvPr>
            <p:ph type="body" sz="quarter" idx="135"/>
          </p:nvPr>
        </p:nvSpPr>
        <p:spPr>
          <a:xfrm>
            <a:off x="527017" y="5204354"/>
            <a:ext cx="7447729" cy="1130756"/>
          </a:xfrm>
          <a:prstGeom prst="rect">
            <a:avLst/>
          </a:prstGeom>
          <a:solidFill>
            <a:schemeClr val="accent1"/>
          </a:solidFill>
        </p:spPr>
        <p:txBody>
          <a:bodyPr lIns="72000" tIns="90000" bIns="9000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 b="1" i="0" cap="none" spc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8" name="Text Placeholder 4">
            <a:extLst>
              <a:ext uri="{FF2B5EF4-FFF2-40B4-BE49-F238E27FC236}">
                <a16:creationId xmlns:a16="http://schemas.microsoft.com/office/drawing/2014/main" id="{FEED44F2-D9E8-F448-A5CA-55E53FAD41DF}"/>
              </a:ext>
            </a:extLst>
          </p:cNvPr>
          <p:cNvSpPr>
            <a:spLocks noGrp="1"/>
          </p:cNvSpPr>
          <p:nvPr>
            <p:ph type="body" sz="quarter" idx="136"/>
          </p:nvPr>
        </p:nvSpPr>
        <p:spPr>
          <a:xfrm>
            <a:off x="800922" y="6662991"/>
            <a:ext cx="6787018" cy="5360734"/>
          </a:xfrm>
          <a:prstGeom prst="callout1">
            <a:avLst>
              <a:gd name="adj1" fmla="val -44"/>
              <a:gd name="adj2" fmla="val -275"/>
              <a:gd name="adj3" fmla="val 137"/>
              <a:gd name="adj4" fmla="val 100385"/>
            </a:avLst>
          </a:prstGeom>
          <a:ln w="12700">
            <a:noFill/>
          </a:ln>
        </p:spPr>
        <p:txBody>
          <a:bodyPr lIns="72000" tIns="90000" rIns="9000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1C22818E-467A-1842-928E-12FC2915B62C}"/>
              </a:ext>
            </a:extLst>
          </p:cNvPr>
          <p:cNvSpPr txBox="1">
            <a:spLocks/>
          </p:cNvSpPr>
          <p:nvPr/>
        </p:nvSpPr>
        <p:spPr>
          <a:xfrm>
            <a:off x="16381299" y="5197570"/>
            <a:ext cx="7447729" cy="7134124"/>
          </a:xfrm>
          <a:prstGeom prst="rect">
            <a:avLst/>
          </a:prstGeom>
          <a:noFill/>
          <a:ln w="12700">
            <a:solidFill>
              <a:schemeClr val="accent1"/>
            </a:solidFill>
          </a:ln>
          <a:effectLst>
            <a:outerShdw blurRad="381000" dist="127000" dir="2700000" algn="tl" rotWithShape="0">
              <a:prstClr val="black">
                <a:alpha val="822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59977" tIns="359977" rIns="359977" bIns="359977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lvl="0" indent="0" algn="ctr">
              <a:buNone/>
              <a:defRPr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/>
            <a:endParaRPr lang="en-US" sz="2400"/>
          </a:p>
        </p:txBody>
      </p:sp>
      <p:sp>
        <p:nvSpPr>
          <p:cNvPr id="40" name="Text Placeholder 66">
            <a:extLst>
              <a:ext uri="{FF2B5EF4-FFF2-40B4-BE49-F238E27FC236}">
                <a16:creationId xmlns:a16="http://schemas.microsoft.com/office/drawing/2014/main" id="{B230F826-F726-9C4B-9014-221E6700D3FE}"/>
              </a:ext>
            </a:extLst>
          </p:cNvPr>
          <p:cNvSpPr>
            <a:spLocks noGrp="1"/>
          </p:cNvSpPr>
          <p:nvPr>
            <p:ph type="body" sz="quarter" idx="147"/>
          </p:nvPr>
        </p:nvSpPr>
        <p:spPr>
          <a:xfrm>
            <a:off x="16381299" y="5204354"/>
            <a:ext cx="7447729" cy="1130756"/>
          </a:xfrm>
          <a:prstGeom prst="rect">
            <a:avLst/>
          </a:prstGeom>
          <a:solidFill>
            <a:schemeClr val="accent1"/>
          </a:solidFill>
        </p:spPr>
        <p:txBody>
          <a:bodyPr lIns="72000" tIns="90000" bIns="9000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 b="1" i="0" cap="none" spc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1" name="Text Placeholder 4">
            <a:extLst>
              <a:ext uri="{FF2B5EF4-FFF2-40B4-BE49-F238E27FC236}">
                <a16:creationId xmlns:a16="http://schemas.microsoft.com/office/drawing/2014/main" id="{0EC7E759-79EA-C04D-A497-CD5B2EE61862}"/>
              </a:ext>
            </a:extLst>
          </p:cNvPr>
          <p:cNvSpPr>
            <a:spLocks noGrp="1"/>
          </p:cNvSpPr>
          <p:nvPr>
            <p:ph type="body" sz="quarter" idx="148"/>
          </p:nvPr>
        </p:nvSpPr>
        <p:spPr>
          <a:xfrm>
            <a:off x="16655204" y="6662991"/>
            <a:ext cx="6787018" cy="5360734"/>
          </a:xfrm>
          <a:prstGeom prst="callout1">
            <a:avLst>
              <a:gd name="adj1" fmla="val -44"/>
              <a:gd name="adj2" fmla="val -275"/>
              <a:gd name="adj3" fmla="val 137"/>
              <a:gd name="adj4" fmla="val 100385"/>
            </a:avLst>
          </a:prstGeom>
          <a:ln w="12700">
            <a:noFill/>
          </a:ln>
        </p:spPr>
        <p:txBody>
          <a:bodyPr lIns="72000" tIns="90000" rIns="9000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2" name="Text Placeholder 5">
            <a:extLst>
              <a:ext uri="{FF2B5EF4-FFF2-40B4-BE49-F238E27FC236}">
                <a16:creationId xmlns:a16="http://schemas.microsoft.com/office/drawing/2014/main" id="{4D608A51-8DFB-F34F-8785-096E9DE316B0}"/>
              </a:ext>
            </a:extLst>
          </p:cNvPr>
          <p:cNvSpPr txBox="1">
            <a:spLocks/>
          </p:cNvSpPr>
          <p:nvPr/>
        </p:nvSpPr>
        <p:spPr>
          <a:xfrm>
            <a:off x="8466002" y="5197570"/>
            <a:ext cx="7447729" cy="7134124"/>
          </a:xfrm>
          <a:prstGeom prst="rect">
            <a:avLst/>
          </a:prstGeom>
          <a:noFill/>
          <a:ln w="12700">
            <a:solidFill>
              <a:schemeClr val="accent1"/>
            </a:solidFill>
          </a:ln>
          <a:effectLst>
            <a:outerShdw blurRad="381000" dist="127000" dir="2700000" algn="tl" rotWithShape="0">
              <a:prstClr val="black">
                <a:alpha val="822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59977" tIns="359977" rIns="359977" bIns="359977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lvl="0" indent="0" algn="ctr">
              <a:buNone/>
              <a:defRPr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/>
            <a:endParaRPr lang="en-US" sz="2400"/>
          </a:p>
        </p:txBody>
      </p:sp>
      <p:sp>
        <p:nvSpPr>
          <p:cNvPr id="43" name="Text Placeholder 66">
            <a:extLst>
              <a:ext uri="{FF2B5EF4-FFF2-40B4-BE49-F238E27FC236}">
                <a16:creationId xmlns:a16="http://schemas.microsoft.com/office/drawing/2014/main" id="{5D7BF5E6-C34A-2745-BF7D-92D0FA805C00}"/>
              </a:ext>
            </a:extLst>
          </p:cNvPr>
          <p:cNvSpPr>
            <a:spLocks noGrp="1"/>
          </p:cNvSpPr>
          <p:nvPr>
            <p:ph type="body" sz="quarter" idx="149"/>
          </p:nvPr>
        </p:nvSpPr>
        <p:spPr>
          <a:xfrm>
            <a:off x="8466002" y="5204354"/>
            <a:ext cx="7447729" cy="1130756"/>
          </a:xfrm>
          <a:prstGeom prst="rect">
            <a:avLst/>
          </a:prstGeom>
          <a:solidFill>
            <a:schemeClr val="accent1"/>
          </a:solidFill>
        </p:spPr>
        <p:txBody>
          <a:bodyPr lIns="72000" tIns="90000" bIns="9000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 b="1" i="0" cap="none" spc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5" name="Text Placeholder 4">
            <a:extLst>
              <a:ext uri="{FF2B5EF4-FFF2-40B4-BE49-F238E27FC236}">
                <a16:creationId xmlns:a16="http://schemas.microsoft.com/office/drawing/2014/main" id="{041DD718-B521-4442-8665-441D08329882}"/>
              </a:ext>
            </a:extLst>
          </p:cNvPr>
          <p:cNvSpPr>
            <a:spLocks noGrp="1"/>
          </p:cNvSpPr>
          <p:nvPr>
            <p:ph type="body" sz="quarter" idx="150"/>
          </p:nvPr>
        </p:nvSpPr>
        <p:spPr>
          <a:xfrm>
            <a:off x="8739907" y="6662991"/>
            <a:ext cx="6787018" cy="5360734"/>
          </a:xfrm>
          <a:prstGeom prst="callout1">
            <a:avLst>
              <a:gd name="adj1" fmla="val -44"/>
              <a:gd name="adj2" fmla="val -275"/>
              <a:gd name="adj3" fmla="val 137"/>
              <a:gd name="adj4" fmla="val 100385"/>
            </a:avLst>
          </a:prstGeom>
          <a:ln w="12700">
            <a:noFill/>
          </a:ln>
        </p:spPr>
        <p:txBody>
          <a:bodyPr lIns="72000" tIns="90000" rIns="9000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C3F94EB-811F-2E4F-AC70-A3BE8423CE79}"/>
              </a:ext>
            </a:extLst>
          </p:cNvPr>
          <p:cNvCxnSpPr/>
          <p:nvPr userDrawn="1"/>
        </p:nvCxnSpPr>
        <p:spPr>
          <a:xfrm>
            <a:off x="0" y="12683688"/>
            <a:ext cx="24382413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D763B98-9043-B54F-97DD-12B0A13A5198}"/>
              </a:ext>
            </a:extLst>
          </p:cNvPr>
          <p:cNvGrpSpPr/>
          <p:nvPr userDrawn="1"/>
        </p:nvGrpSpPr>
        <p:grpSpPr>
          <a:xfrm>
            <a:off x="24920993" y="304801"/>
            <a:ext cx="6186247" cy="1619250"/>
            <a:chOff x="12461307" y="152400"/>
            <a:chExt cx="3093325" cy="809625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093A43B-7F48-C74C-8569-291CD009ADB6}"/>
                </a:ext>
              </a:extLst>
            </p:cNvPr>
            <p:cNvSpPr/>
            <p:nvPr userDrawn="1"/>
          </p:nvSpPr>
          <p:spPr>
            <a:xfrm>
              <a:off x="12461307" y="152400"/>
              <a:ext cx="3093325" cy="809625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400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03265EAB-353C-D34B-AD8A-7559024A7A5D}"/>
                </a:ext>
              </a:extLst>
            </p:cNvPr>
            <p:cNvSpPr/>
            <p:nvPr userDrawn="1"/>
          </p:nvSpPr>
          <p:spPr>
            <a:xfrm>
              <a:off x="12517897" y="219592"/>
              <a:ext cx="2960228" cy="66623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4C8BAE7-67F2-544B-92C0-31BAC36DD3DB}"/>
                </a:ext>
              </a:extLst>
            </p:cNvPr>
            <p:cNvSpPr txBox="1"/>
            <p:nvPr userDrawn="1"/>
          </p:nvSpPr>
          <p:spPr>
            <a:xfrm>
              <a:off x="13123460" y="325491"/>
              <a:ext cx="2059390" cy="484748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/>
            <a:p>
              <a:pPr marL="0" indent="0" algn="l">
                <a:buNone/>
              </a:pPr>
              <a:r>
                <a:rPr lang="en-US" sz="210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rPr>
                <a:t>Access programmed text formats by using the ‘Indent More’ button to change the indent level.</a:t>
              </a:r>
            </a:p>
          </p:txBody>
        </p: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20DF47D4-AF92-8741-A3F7-F1C8466014B1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-1"/>
            <a:stretch/>
          </p:blipFill>
          <p:spPr>
            <a:xfrm>
              <a:off x="12671338" y="333949"/>
              <a:ext cx="320762" cy="350353"/>
            </a:xfrm>
            <a:prstGeom prst="roundRect">
              <a:avLst/>
            </a:prstGeom>
          </p:spPr>
        </p:pic>
      </p:grp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CF263F45-207F-594D-BA78-8E6FF6C57DEF}"/>
              </a:ext>
            </a:extLst>
          </p:cNvPr>
          <p:cNvSpPr txBox="1">
            <a:spLocks/>
          </p:cNvSpPr>
          <p:nvPr userDrawn="1"/>
        </p:nvSpPr>
        <p:spPr>
          <a:xfrm>
            <a:off x="527017" y="5197570"/>
            <a:ext cx="7447729" cy="7134124"/>
          </a:xfrm>
          <a:prstGeom prst="rect">
            <a:avLst/>
          </a:prstGeom>
          <a:noFill/>
          <a:ln w="12700">
            <a:solidFill>
              <a:schemeClr val="accent1"/>
            </a:solidFill>
          </a:ln>
          <a:effectLst>
            <a:outerShdw blurRad="381000" dist="127000" dir="2700000" algn="tl" rotWithShape="0">
              <a:prstClr val="black">
                <a:alpha val="822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59977" tIns="359977" rIns="359977" bIns="359977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lvl="0" indent="0" algn="ctr">
              <a:buNone/>
              <a:defRPr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/>
            <a:endParaRPr lang="en-US" sz="2400"/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A28EB220-131E-1D46-8DDC-401190F059EE}"/>
              </a:ext>
            </a:extLst>
          </p:cNvPr>
          <p:cNvSpPr txBox="1">
            <a:spLocks/>
          </p:cNvSpPr>
          <p:nvPr userDrawn="1"/>
        </p:nvSpPr>
        <p:spPr>
          <a:xfrm>
            <a:off x="16381299" y="5197570"/>
            <a:ext cx="7447729" cy="7134124"/>
          </a:xfrm>
          <a:prstGeom prst="rect">
            <a:avLst/>
          </a:prstGeom>
          <a:noFill/>
          <a:ln w="12700">
            <a:solidFill>
              <a:schemeClr val="accent1"/>
            </a:solidFill>
          </a:ln>
          <a:effectLst>
            <a:outerShdw blurRad="381000" dist="127000" dir="2700000" algn="tl" rotWithShape="0">
              <a:prstClr val="black">
                <a:alpha val="822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59977" tIns="359977" rIns="359977" bIns="359977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lvl="0" indent="0" algn="ctr">
              <a:buNone/>
              <a:defRPr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/>
            <a:endParaRPr lang="en-US" sz="2400"/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5259117C-8222-CA49-B845-4ED67EAF485D}"/>
              </a:ext>
            </a:extLst>
          </p:cNvPr>
          <p:cNvSpPr txBox="1">
            <a:spLocks/>
          </p:cNvSpPr>
          <p:nvPr userDrawn="1"/>
        </p:nvSpPr>
        <p:spPr>
          <a:xfrm>
            <a:off x="8466002" y="5197570"/>
            <a:ext cx="7447729" cy="7134124"/>
          </a:xfrm>
          <a:prstGeom prst="rect">
            <a:avLst/>
          </a:prstGeom>
          <a:noFill/>
          <a:ln w="12700">
            <a:solidFill>
              <a:schemeClr val="accent1"/>
            </a:solidFill>
          </a:ln>
          <a:effectLst>
            <a:outerShdw blurRad="381000" dist="127000" dir="2700000" algn="tl" rotWithShape="0">
              <a:prstClr val="black">
                <a:alpha val="822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59977" tIns="359977" rIns="359977" bIns="359977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lvl="0" indent="0" algn="ctr">
              <a:buNone/>
              <a:defRPr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9875380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02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Placeholder 5">
            <a:extLst>
              <a:ext uri="{FF2B5EF4-FFF2-40B4-BE49-F238E27FC236}">
                <a16:creationId xmlns:a16="http://schemas.microsoft.com/office/drawing/2014/main" id="{8C1AD84E-F0A4-8840-A246-5359D4393326}"/>
              </a:ext>
            </a:extLst>
          </p:cNvPr>
          <p:cNvSpPr txBox="1">
            <a:spLocks/>
          </p:cNvSpPr>
          <p:nvPr/>
        </p:nvSpPr>
        <p:spPr>
          <a:xfrm>
            <a:off x="527019" y="5197570"/>
            <a:ext cx="4473283" cy="7134124"/>
          </a:xfrm>
          <a:prstGeom prst="rect">
            <a:avLst/>
          </a:prstGeom>
          <a:noFill/>
          <a:ln w="12700">
            <a:solidFill>
              <a:schemeClr val="accent1"/>
            </a:solidFill>
          </a:ln>
          <a:effectLst>
            <a:outerShdw blurRad="381000" dist="127000" dir="2700000" algn="tl" rotWithShape="0">
              <a:prstClr val="black">
                <a:alpha val="822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59977" tIns="359977" rIns="359977" bIns="359977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lvl="0" indent="0" algn="ctr">
              <a:buNone/>
              <a:defRPr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/>
            <a:endParaRPr lang="en-US" sz="2400"/>
          </a:p>
        </p:txBody>
      </p:sp>
      <p:sp>
        <p:nvSpPr>
          <p:cNvPr id="36" name="Text Placeholder 66">
            <a:extLst>
              <a:ext uri="{FF2B5EF4-FFF2-40B4-BE49-F238E27FC236}">
                <a16:creationId xmlns:a16="http://schemas.microsoft.com/office/drawing/2014/main" id="{1B8DEDE3-EC2F-5841-89BE-B7F7AFB0CFE1}"/>
              </a:ext>
            </a:extLst>
          </p:cNvPr>
          <p:cNvSpPr>
            <a:spLocks noGrp="1"/>
          </p:cNvSpPr>
          <p:nvPr>
            <p:ph type="body" sz="quarter" idx="135"/>
          </p:nvPr>
        </p:nvSpPr>
        <p:spPr>
          <a:xfrm>
            <a:off x="527019" y="5204354"/>
            <a:ext cx="4473283" cy="1130756"/>
          </a:xfrm>
          <a:prstGeom prst="rect">
            <a:avLst/>
          </a:prstGeom>
          <a:solidFill>
            <a:schemeClr val="accent1"/>
          </a:solidFill>
        </p:spPr>
        <p:txBody>
          <a:bodyPr lIns="72000" tIns="90000" bIns="9000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 cap="none" spc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956376-453E-6C41-8339-71927A31E8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7018" y="304802"/>
            <a:ext cx="23302011" cy="1946276"/>
          </a:xfrm>
        </p:spPr>
        <p:txBody>
          <a:bodyPr/>
          <a:lstStyle/>
          <a:p>
            <a:r>
              <a:rPr lang="en-US"/>
              <a:t>Click to add slide title</a:t>
            </a: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F2819F21-ACAB-5047-B4BB-49F2487E8123}"/>
              </a:ext>
            </a:extLst>
          </p:cNvPr>
          <p:cNvCxnSpPr/>
          <p:nvPr/>
        </p:nvCxnSpPr>
        <p:spPr>
          <a:xfrm>
            <a:off x="0" y="12683688"/>
            <a:ext cx="24382413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1" name="Group 70">
            <a:extLst>
              <a:ext uri="{FF2B5EF4-FFF2-40B4-BE49-F238E27FC236}">
                <a16:creationId xmlns:a16="http://schemas.microsoft.com/office/drawing/2014/main" id="{650328BC-896C-064A-96DF-DF75F7D2C556}"/>
              </a:ext>
            </a:extLst>
          </p:cNvPr>
          <p:cNvGrpSpPr/>
          <p:nvPr/>
        </p:nvGrpSpPr>
        <p:grpSpPr>
          <a:xfrm>
            <a:off x="24920993" y="304801"/>
            <a:ext cx="6186247" cy="1619250"/>
            <a:chOff x="12461307" y="152400"/>
            <a:chExt cx="3093325" cy="809625"/>
          </a:xfrm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B1D061D3-3D4F-8044-8348-8BAE6CEBA96F}"/>
                </a:ext>
              </a:extLst>
            </p:cNvPr>
            <p:cNvSpPr/>
            <p:nvPr/>
          </p:nvSpPr>
          <p:spPr>
            <a:xfrm>
              <a:off x="12461307" y="152400"/>
              <a:ext cx="3093325" cy="809625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4000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F27AD5D2-1C3A-A742-994F-2DC51780104F}"/>
                </a:ext>
              </a:extLst>
            </p:cNvPr>
            <p:cNvSpPr/>
            <p:nvPr/>
          </p:nvSpPr>
          <p:spPr>
            <a:xfrm>
              <a:off x="12517897" y="219592"/>
              <a:ext cx="2960228" cy="66623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0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2A1B1125-9150-F645-8F43-995F5DA29606}"/>
                </a:ext>
              </a:extLst>
            </p:cNvPr>
            <p:cNvSpPr txBox="1"/>
            <p:nvPr/>
          </p:nvSpPr>
          <p:spPr>
            <a:xfrm>
              <a:off x="13123460" y="325491"/>
              <a:ext cx="2059390" cy="484748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/>
            <a:p>
              <a:pPr marL="0" indent="0" algn="l">
                <a:buNone/>
              </a:pPr>
              <a:r>
                <a:rPr lang="en-US" sz="210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rPr>
                <a:t>Access programmed text formats by using the ‘Indent More’ button to change the indent level.</a:t>
              </a:r>
            </a:p>
          </p:txBody>
        </p:sp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A31277BE-B774-E940-BF28-BB7D6D3CB8E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-1"/>
            <a:stretch/>
          </p:blipFill>
          <p:spPr>
            <a:xfrm>
              <a:off x="12671338" y="333949"/>
              <a:ext cx="320762" cy="350353"/>
            </a:xfrm>
            <a:prstGeom prst="roundRect">
              <a:avLst/>
            </a:prstGeom>
          </p:spPr>
        </p:pic>
      </p:grp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5A34A3A7-9822-1B4E-8EA1-363808A257E1}"/>
              </a:ext>
            </a:extLst>
          </p:cNvPr>
          <p:cNvSpPr>
            <a:spLocks noGrp="1"/>
          </p:cNvSpPr>
          <p:nvPr>
            <p:ph type="pic" sz="quarter" idx="125" hasCustomPrompt="1"/>
          </p:nvPr>
        </p:nvSpPr>
        <p:spPr>
          <a:xfrm>
            <a:off x="549733" y="2752727"/>
            <a:ext cx="2093534" cy="2091570"/>
          </a:xfrm>
        </p:spPr>
        <p:txBody>
          <a:bodyPr wrap="square" anchor="ctr"/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Copy and paste icon from asset slide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B6B7146A-CBE5-7E43-95B1-20037BA683E0}"/>
              </a:ext>
            </a:extLst>
          </p:cNvPr>
          <p:cNvSpPr>
            <a:spLocks noGrp="1"/>
          </p:cNvSpPr>
          <p:nvPr>
            <p:ph type="body" sz="quarter" idx="133"/>
          </p:nvPr>
        </p:nvSpPr>
        <p:spPr>
          <a:xfrm>
            <a:off x="845199" y="6662991"/>
            <a:ext cx="3908370" cy="5360734"/>
          </a:xfrm>
          <a:prstGeom prst="callout1">
            <a:avLst>
              <a:gd name="adj1" fmla="val -44"/>
              <a:gd name="adj2" fmla="val -275"/>
              <a:gd name="adj3" fmla="val 137"/>
              <a:gd name="adj4" fmla="val 100385"/>
            </a:avLst>
          </a:prstGeom>
          <a:ln w="12700">
            <a:noFill/>
          </a:ln>
        </p:spPr>
        <p:txBody>
          <a:bodyPr lIns="72000" tIns="72000" rIns="72000" bIns="72000"/>
          <a:lstStyle>
            <a:lvl1pPr>
              <a:defRPr sz="2800">
                <a:solidFill>
                  <a:schemeClr val="tx1"/>
                </a:solidFill>
              </a:defRPr>
            </a:lvl1pPr>
            <a:lvl2pPr marL="359982" indent="-359982">
              <a:defRPr sz="2800">
                <a:solidFill>
                  <a:schemeClr val="tx1"/>
                </a:solidFill>
              </a:defRPr>
            </a:lvl2pPr>
            <a:lvl3pPr marL="719964" indent="-359982">
              <a:buSzPct val="85000"/>
              <a:buFont typeface="Wingdings" pitchFamily="2" charset="2"/>
              <a:buChar char="§"/>
              <a:defRPr sz="2400">
                <a:solidFill>
                  <a:schemeClr val="tx1"/>
                </a:solidFill>
              </a:defRPr>
            </a:lvl3pPr>
            <a:lvl4pPr marL="719964" indent="-359982">
              <a:defRPr sz="2400">
                <a:solidFill>
                  <a:schemeClr val="tx1"/>
                </a:solidFill>
              </a:defRPr>
            </a:lvl4pPr>
            <a:lvl5pPr marL="719964" indent="-359982">
              <a:buFont typeface="Wingdings" pitchFamily="2" charset="2"/>
              <a:buChar char="§"/>
              <a:defRPr sz="2400">
                <a:solidFill>
                  <a:schemeClr val="tx1"/>
                </a:solidFill>
              </a:defRPr>
            </a:lvl5pPr>
            <a:lvl6pPr marL="719964" indent="-359982">
              <a:defRPr sz="2400">
                <a:solidFill>
                  <a:schemeClr val="tx1"/>
                </a:solidFill>
              </a:defRPr>
            </a:lvl6pPr>
            <a:lvl7pPr marL="719964" indent="-359982">
              <a:defRPr sz="2400">
                <a:solidFill>
                  <a:schemeClr val="tx1"/>
                </a:solidFill>
              </a:defRPr>
            </a:lvl7pPr>
            <a:lvl8pPr marL="719964" indent="-359982">
              <a:defRPr sz="2400">
                <a:solidFill>
                  <a:schemeClr val="tx1"/>
                </a:solidFill>
              </a:defRPr>
            </a:lvl8pPr>
            <a:lvl9pPr marL="719964" indent="-359982">
              <a:defRPr sz="2400"/>
            </a:lvl9pPr>
          </a:lstStyle>
          <a:p>
            <a:pPr marL="0" marR="0" lvl="0" indent="0" algn="l" defTabSz="1828709" rtl="0" eaLnBrk="1" fontAlgn="base" latinLnBrk="0" hangingPunct="1">
              <a:lnSpc>
                <a:spcPct val="100000"/>
              </a:lnSpc>
              <a:spcBef>
                <a:spcPts val="1600"/>
              </a:spcBef>
              <a:spcAft>
                <a:spcPts val="6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edit Master text styles</a:t>
            </a:r>
          </a:p>
          <a:p>
            <a:pPr marL="0" marR="0" lvl="1" indent="0" algn="l" defTabSz="1828709" rtl="0" eaLnBrk="1" fontAlgn="base" latinLnBrk="0" hangingPunct="1">
              <a:lnSpc>
                <a:spcPct val="100000"/>
              </a:lnSpc>
              <a:spcBef>
                <a:spcPts val="1600"/>
              </a:spcBef>
              <a:spcAft>
                <a:spcPts val="6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lang="en-GB"/>
              <a:t>Second level</a:t>
            </a:r>
          </a:p>
          <a:p>
            <a:pPr marL="0" marR="0" lvl="2" indent="0" algn="l" defTabSz="1828709" rtl="0" eaLnBrk="1" fontAlgn="base" latinLnBrk="0" hangingPunct="1">
              <a:lnSpc>
                <a:spcPct val="100000"/>
              </a:lnSpc>
              <a:spcBef>
                <a:spcPts val="1600"/>
              </a:spcBef>
              <a:spcAft>
                <a:spcPts val="6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lang="en-GB"/>
              <a:t>Third level</a:t>
            </a:r>
          </a:p>
          <a:p>
            <a:pPr marL="0" marR="0" lvl="3" indent="0" algn="l" defTabSz="1828709" rtl="0" eaLnBrk="1" fontAlgn="base" latinLnBrk="0" hangingPunct="1">
              <a:lnSpc>
                <a:spcPct val="100000"/>
              </a:lnSpc>
              <a:spcBef>
                <a:spcPts val="1600"/>
              </a:spcBef>
              <a:spcAft>
                <a:spcPts val="6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lang="en-GB"/>
              <a:t>Fourth level</a:t>
            </a:r>
          </a:p>
          <a:p>
            <a:pPr marL="0" marR="0" lvl="4" indent="0" algn="l" defTabSz="1828709" rtl="0" eaLnBrk="1" fontAlgn="base" latinLnBrk="0" hangingPunct="1">
              <a:lnSpc>
                <a:spcPct val="100000"/>
              </a:lnSpc>
              <a:spcBef>
                <a:spcPts val="1600"/>
              </a:spcBef>
              <a:spcAft>
                <a:spcPts val="6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lang="en-GB"/>
              <a:t>Fifth level</a:t>
            </a:r>
            <a:endParaRPr lang="en-US" dirty="0"/>
          </a:p>
        </p:txBody>
      </p:sp>
      <p:sp>
        <p:nvSpPr>
          <p:cNvPr id="67" name="Text Placeholder 5">
            <a:extLst>
              <a:ext uri="{FF2B5EF4-FFF2-40B4-BE49-F238E27FC236}">
                <a16:creationId xmlns:a16="http://schemas.microsoft.com/office/drawing/2014/main" id="{21C1BF8E-7F70-6444-9C8A-7FEAE21EDE1E}"/>
              </a:ext>
            </a:extLst>
          </p:cNvPr>
          <p:cNvSpPr txBox="1">
            <a:spLocks/>
          </p:cNvSpPr>
          <p:nvPr/>
        </p:nvSpPr>
        <p:spPr>
          <a:xfrm>
            <a:off x="5232824" y="5197570"/>
            <a:ext cx="4473283" cy="7134124"/>
          </a:xfrm>
          <a:prstGeom prst="rect">
            <a:avLst/>
          </a:prstGeom>
          <a:noFill/>
          <a:ln w="12700">
            <a:solidFill>
              <a:schemeClr val="accent1"/>
            </a:solidFill>
          </a:ln>
          <a:effectLst>
            <a:outerShdw blurRad="381000" dist="127000" dir="2700000" algn="tl" rotWithShape="0">
              <a:prstClr val="black">
                <a:alpha val="822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59977" tIns="359977" rIns="359977" bIns="359977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lvl="0" indent="0" algn="ctr">
              <a:buNone/>
              <a:defRPr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/>
            <a:endParaRPr lang="en-US" sz="2400"/>
          </a:p>
        </p:txBody>
      </p:sp>
      <p:sp>
        <p:nvSpPr>
          <p:cNvPr id="68" name="Text Placeholder 66">
            <a:extLst>
              <a:ext uri="{FF2B5EF4-FFF2-40B4-BE49-F238E27FC236}">
                <a16:creationId xmlns:a16="http://schemas.microsoft.com/office/drawing/2014/main" id="{EE1428B6-4E55-E44B-8AAF-5A0F836A7A6B}"/>
              </a:ext>
            </a:extLst>
          </p:cNvPr>
          <p:cNvSpPr>
            <a:spLocks noGrp="1"/>
          </p:cNvSpPr>
          <p:nvPr>
            <p:ph type="body" sz="quarter" idx="161"/>
          </p:nvPr>
        </p:nvSpPr>
        <p:spPr>
          <a:xfrm>
            <a:off x="5232824" y="5204354"/>
            <a:ext cx="4473283" cy="1130756"/>
          </a:xfrm>
          <a:prstGeom prst="rect">
            <a:avLst/>
          </a:prstGeom>
          <a:solidFill>
            <a:schemeClr val="accent1"/>
          </a:solidFill>
        </p:spPr>
        <p:txBody>
          <a:bodyPr lIns="72000" tIns="90000" bIns="9000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 cap="none" spc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9" name="Picture Placeholder 3">
            <a:extLst>
              <a:ext uri="{FF2B5EF4-FFF2-40B4-BE49-F238E27FC236}">
                <a16:creationId xmlns:a16="http://schemas.microsoft.com/office/drawing/2014/main" id="{1E07978C-29E0-2F47-B8E0-FB56E40F97EA}"/>
              </a:ext>
            </a:extLst>
          </p:cNvPr>
          <p:cNvSpPr>
            <a:spLocks noGrp="1"/>
          </p:cNvSpPr>
          <p:nvPr>
            <p:ph type="pic" sz="quarter" idx="162" hasCustomPrompt="1"/>
          </p:nvPr>
        </p:nvSpPr>
        <p:spPr>
          <a:xfrm>
            <a:off x="5255539" y="2752727"/>
            <a:ext cx="2093534" cy="2091570"/>
          </a:xfrm>
        </p:spPr>
        <p:txBody>
          <a:bodyPr wrap="square" anchor="ctr"/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Copy and paste icon from asset slide</a:t>
            </a:r>
          </a:p>
        </p:txBody>
      </p:sp>
      <p:sp>
        <p:nvSpPr>
          <p:cNvPr id="76" name="Text Placeholder 4">
            <a:extLst>
              <a:ext uri="{FF2B5EF4-FFF2-40B4-BE49-F238E27FC236}">
                <a16:creationId xmlns:a16="http://schemas.microsoft.com/office/drawing/2014/main" id="{4143DB53-0E49-A745-9428-F6A0BE2E375C}"/>
              </a:ext>
            </a:extLst>
          </p:cNvPr>
          <p:cNvSpPr>
            <a:spLocks noGrp="1"/>
          </p:cNvSpPr>
          <p:nvPr>
            <p:ph type="body" sz="quarter" idx="163"/>
          </p:nvPr>
        </p:nvSpPr>
        <p:spPr>
          <a:xfrm>
            <a:off x="5551005" y="6662991"/>
            <a:ext cx="3908370" cy="5360734"/>
          </a:xfrm>
          <a:prstGeom prst="callout1">
            <a:avLst>
              <a:gd name="adj1" fmla="val -44"/>
              <a:gd name="adj2" fmla="val -275"/>
              <a:gd name="adj3" fmla="val 137"/>
              <a:gd name="adj4" fmla="val 100385"/>
            </a:avLst>
          </a:prstGeom>
          <a:ln w="12700">
            <a:noFill/>
          </a:ln>
        </p:spPr>
        <p:txBody>
          <a:bodyPr lIns="72000" tIns="72000" rIns="72000" bIns="72000"/>
          <a:lstStyle>
            <a:lvl1pPr>
              <a:defRPr sz="2800">
                <a:solidFill>
                  <a:schemeClr val="tx1"/>
                </a:solidFill>
              </a:defRPr>
            </a:lvl1pPr>
            <a:lvl2pPr marL="359982" indent="-359982">
              <a:defRPr sz="2800">
                <a:solidFill>
                  <a:schemeClr val="tx1"/>
                </a:solidFill>
              </a:defRPr>
            </a:lvl2pPr>
            <a:lvl3pPr marL="719964" indent="-359982">
              <a:buSzPct val="85000"/>
              <a:buFont typeface="Wingdings" pitchFamily="2" charset="2"/>
              <a:buChar char="§"/>
              <a:defRPr sz="2400">
                <a:solidFill>
                  <a:schemeClr val="tx1"/>
                </a:solidFill>
              </a:defRPr>
            </a:lvl3pPr>
            <a:lvl4pPr marL="719964" indent="-359982">
              <a:defRPr sz="2400">
                <a:solidFill>
                  <a:schemeClr val="tx1"/>
                </a:solidFill>
              </a:defRPr>
            </a:lvl4pPr>
            <a:lvl5pPr marL="719964" indent="-359982">
              <a:buFont typeface="Wingdings" pitchFamily="2" charset="2"/>
              <a:buChar char="§"/>
              <a:defRPr sz="2400">
                <a:solidFill>
                  <a:schemeClr val="tx1"/>
                </a:solidFill>
              </a:defRPr>
            </a:lvl5pPr>
            <a:lvl6pPr marL="719964" indent="-359982">
              <a:defRPr sz="2400">
                <a:solidFill>
                  <a:schemeClr val="tx1"/>
                </a:solidFill>
              </a:defRPr>
            </a:lvl6pPr>
            <a:lvl7pPr marL="719964" indent="-359982">
              <a:defRPr sz="2400">
                <a:solidFill>
                  <a:schemeClr val="tx1"/>
                </a:solidFill>
              </a:defRPr>
            </a:lvl7pPr>
            <a:lvl8pPr marL="719964" indent="-359982">
              <a:defRPr sz="2400">
                <a:solidFill>
                  <a:schemeClr val="tx1"/>
                </a:solidFill>
              </a:defRPr>
            </a:lvl8pPr>
            <a:lvl9pPr marL="719964" indent="-359982">
              <a:defRPr sz="2400"/>
            </a:lvl9pPr>
          </a:lstStyle>
          <a:p>
            <a:pPr marL="0" marR="0" lvl="0" indent="0" algn="l" defTabSz="1828709" rtl="0" eaLnBrk="1" fontAlgn="base" latinLnBrk="0" hangingPunct="1">
              <a:lnSpc>
                <a:spcPct val="100000"/>
              </a:lnSpc>
              <a:spcBef>
                <a:spcPts val="1600"/>
              </a:spcBef>
              <a:spcAft>
                <a:spcPts val="6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edit Master text styles</a:t>
            </a:r>
          </a:p>
          <a:p>
            <a:pPr marL="0" marR="0" lvl="1" indent="0" algn="l" defTabSz="1828709" rtl="0" eaLnBrk="1" fontAlgn="base" latinLnBrk="0" hangingPunct="1">
              <a:lnSpc>
                <a:spcPct val="100000"/>
              </a:lnSpc>
              <a:spcBef>
                <a:spcPts val="1600"/>
              </a:spcBef>
              <a:spcAft>
                <a:spcPts val="6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lang="en-GB"/>
              <a:t>Second level</a:t>
            </a:r>
          </a:p>
          <a:p>
            <a:pPr marL="0" marR="0" lvl="2" indent="0" algn="l" defTabSz="1828709" rtl="0" eaLnBrk="1" fontAlgn="base" latinLnBrk="0" hangingPunct="1">
              <a:lnSpc>
                <a:spcPct val="100000"/>
              </a:lnSpc>
              <a:spcBef>
                <a:spcPts val="1600"/>
              </a:spcBef>
              <a:spcAft>
                <a:spcPts val="6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lang="en-GB"/>
              <a:t>Third level</a:t>
            </a:r>
          </a:p>
          <a:p>
            <a:pPr marL="0" marR="0" lvl="3" indent="0" algn="l" defTabSz="1828709" rtl="0" eaLnBrk="1" fontAlgn="base" latinLnBrk="0" hangingPunct="1">
              <a:lnSpc>
                <a:spcPct val="100000"/>
              </a:lnSpc>
              <a:spcBef>
                <a:spcPts val="1600"/>
              </a:spcBef>
              <a:spcAft>
                <a:spcPts val="6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lang="en-GB"/>
              <a:t>Fourth level</a:t>
            </a:r>
          </a:p>
          <a:p>
            <a:pPr marL="0" marR="0" lvl="4" indent="0" algn="l" defTabSz="1828709" rtl="0" eaLnBrk="1" fontAlgn="base" latinLnBrk="0" hangingPunct="1">
              <a:lnSpc>
                <a:spcPct val="100000"/>
              </a:lnSpc>
              <a:spcBef>
                <a:spcPts val="1600"/>
              </a:spcBef>
              <a:spcAft>
                <a:spcPts val="6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lang="en-GB"/>
              <a:t>Fifth level</a:t>
            </a:r>
            <a:endParaRPr lang="en-US" dirty="0"/>
          </a:p>
        </p:txBody>
      </p:sp>
      <p:sp>
        <p:nvSpPr>
          <p:cNvPr id="77" name="Text Placeholder 5">
            <a:extLst>
              <a:ext uri="{FF2B5EF4-FFF2-40B4-BE49-F238E27FC236}">
                <a16:creationId xmlns:a16="http://schemas.microsoft.com/office/drawing/2014/main" id="{82D71F7B-ECEF-5E49-BAB9-0A70C9D5B2D8}"/>
              </a:ext>
            </a:extLst>
          </p:cNvPr>
          <p:cNvSpPr txBox="1">
            <a:spLocks/>
          </p:cNvSpPr>
          <p:nvPr/>
        </p:nvSpPr>
        <p:spPr>
          <a:xfrm>
            <a:off x="9963012" y="5197570"/>
            <a:ext cx="4473283" cy="7134124"/>
          </a:xfrm>
          <a:prstGeom prst="rect">
            <a:avLst/>
          </a:prstGeom>
          <a:noFill/>
          <a:ln w="12700">
            <a:solidFill>
              <a:schemeClr val="accent1"/>
            </a:solidFill>
          </a:ln>
          <a:effectLst>
            <a:outerShdw blurRad="381000" dist="127000" dir="2700000" algn="tl" rotWithShape="0">
              <a:prstClr val="black">
                <a:alpha val="822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59977" tIns="359977" rIns="359977" bIns="359977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lvl="0" indent="0" algn="ctr">
              <a:buNone/>
              <a:defRPr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/>
            <a:endParaRPr lang="en-US" sz="2400"/>
          </a:p>
        </p:txBody>
      </p:sp>
      <p:sp>
        <p:nvSpPr>
          <p:cNvPr id="79" name="Text Placeholder 66">
            <a:extLst>
              <a:ext uri="{FF2B5EF4-FFF2-40B4-BE49-F238E27FC236}">
                <a16:creationId xmlns:a16="http://schemas.microsoft.com/office/drawing/2014/main" id="{03C2B6CA-630B-3449-897E-9EDE33AEA12E}"/>
              </a:ext>
            </a:extLst>
          </p:cNvPr>
          <p:cNvSpPr>
            <a:spLocks noGrp="1"/>
          </p:cNvSpPr>
          <p:nvPr>
            <p:ph type="body" sz="quarter" idx="164"/>
          </p:nvPr>
        </p:nvSpPr>
        <p:spPr>
          <a:xfrm>
            <a:off x="9963012" y="5204354"/>
            <a:ext cx="4473283" cy="1130756"/>
          </a:xfrm>
          <a:prstGeom prst="rect">
            <a:avLst/>
          </a:prstGeom>
          <a:solidFill>
            <a:schemeClr val="accent1"/>
          </a:solidFill>
        </p:spPr>
        <p:txBody>
          <a:bodyPr lIns="72000" tIns="90000" bIns="9000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 cap="none" spc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0" name="Picture Placeholder 3">
            <a:extLst>
              <a:ext uri="{FF2B5EF4-FFF2-40B4-BE49-F238E27FC236}">
                <a16:creationId xmlns:a16="http://schemas.microsoft.com/office/drawing/2014/main" id="{D0AEFF38-20D2-A64A-9D04-9737CAC87400}"/>
              </a:ext>
            </a:extLst>
          </p:cNvPr>
          <p:cNvSpPr>
            <a:spLocks noGrp="1"/>
          </p:cNvSpPr>
          <p:nvPr>
            <p:ph type="pic" sz="quarter" idx="165" hasCustomPrompt="1"/>
          </p:nvPr>
        </p:nvSpPr>
        <p:spPr>
          <a:xfrm>
            <a:off x="9985727" y="2752727"/>
            <a:ext cx="2093534" cy="2091570"/>
          </a:xfrm>
        </p:spPr>
        <p:txBody>
          <a:bodyPr wrap="square" anchor="ctr"/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Copy and paste icon from asset slide</a:t>
            </a:r>
          </a:p>
        </p:txBody>
      </p:sp>
      <p:sp>
        <p:nvSpPr>
          <p:cNvPr id="81" name="Text Placeholder 4">
            <a:extLst>
              <a:ext uri="{FF2B5EF4-FFF2-40B4-BE49-F238E27FC236}">
                <a16:creationId xmlns:a16="http://schemas.microsoft.com/office/drawing/2014/main" id="{5EDABC7A-301D-4D44-A5F2-D911D46ECB39}"/>
              </a:ext>
            </a:extLst>
          </p:cNvPr>
          <p:cNvSpPr>
            <a:spLocks noGrp="1"/>
          </p:cNvSpPr>
          <p:nvPr>
            <p:ph type="body" sz="quarter" idx="166"/>
          </p:nvPr>
        </p:nvSpPr>
        <p:spPr>
          <a:xfrm>
            <a:off x="10281193" y="6662991"/>
            <a:ext cx="3908370" cy="5360734"/>
          </a:xfrm>
          <a:prstGeom prst="callout1">
            <a:avLst>
              <a:gd name="adj1" fmla="val -44"/>
              <a:gd name="adj2" fmla="val -275"/>
              <a:gd name="adj3" fmla="val 137"/>
              <a:gd name="adj4" fmla="val 100385"/>
            </a:avLst>
          </a:prstGeom>
          <a:ln w="12700">
            <a:noFill/>
          </a:ln>
        </p:spPr>
        <p:txBody>
          <a:bodyPr lIns="72000" tIns="72000" rIns="72000" bIns="72000"/>
          <a:lstStyle>
            <a:lvl1pPr>
              <a:defRPr sz="2800">
                <a:solidFill>
                  <a:schemeClr val="tx1"/>
                </a:solidFill>
              </a:defRPr>
            </a:lvl1pPr>
            <a:lvl2pPr marL="359982" indent="-359982">
              <a:defRPr sz="2800">
                <a:solidFill>
                  <a:schemeClr val="tx1"/>
                </a:solidFill>
              </a:defRPr>
            </a:lvl2pPr>
            <a:lvl3pPr marL="719964" indent="-359982">
              <a:buSzPct val="85000"/>
              <a:buFont typeface="Wingdings" pitchFamily="2" charset="2"/>
              <a:buChar char="§"/>
              <a:defRPr sz="2400">
                <a:solidFill>
                  <a:schemeClr val="tx1"/>
                </a:solidFill>
              </a:defRPr>
            </a:lvl3pPr>
            <a:lvl4pPr marL="719964" indent="-359982">
              <a:defRPr sz="2400">
                <a:solidFill>
                  <a:schemeClr val="tx1"/>
                </a:solidFill>
              </a:defRPr>
            </a:lvl4pPr>
            <a:lvl5pPr marL="719964" indent="-359982">
              <a:buFont typeface="Wingdings" pitchFamily="2" charset="2"/>
              <a:buChar char="§"/>
              <a:defRPr sz="2400">
                <a:solidFill>
                  <a:schemeClr val="tx1"/>
                </a:solidFill>
              </a:defRPr>
            </a:lvl5pPr>
            <a:lvl6pPr marL="719964" indent="-359982">
              <a:defRPr sz="2400">
                <a:solidFill>
                  <a:schemeClr val="tx1"/>
                </a:solidFill>
              </a:defRPr>
            </a:lvl6pPr>
            <a:lvl7pPr marL="719964" indent="-359982">
              <a:defRPr sz="2400">
                <a:solidFill>
                  <a:schemeClr val="tx1"/>
                </a:solidFill>
              </a:defRPr>
            </a:lvl7pPr>
            <a:lvl8pPr marL="719964" indent="-359982">
              <a:defRPr sz="2400">
                <a:solidFill>
                  <a:schemeClr val="tx1"/>
                </a:solidFill>
              </a:defRPr>
            </a:lvl8pPr>
            <a:lvl9pPr marL="719964" indent="-359982">
              <a:defRPr sz="2400"/>
            </a:lvl9pPr>
          </a:lstStyle>
          <a:p>
            <a:pPr marL="0" marR="0" lvl="0" indent="0" algn="l" defTabSz="1828709" rtl="0" eaLnBrk="1" fontAlgn="base" latinLnBrk="0" hangingPunct="1">
              <a:lnSpc>
                <a:spcPct val="100000"/>
              </a:lnSpc>
              <a:spcBef>
                <a:spcPts val="1600"/>
              </a:spcBef>
              <a:spcAft>
                <a:spcPts val="6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edit Master text styles</a:t>
            </a:r>
          </a:p>
          <a:p>
            <a:pPr marL="0" marR="0" lvl="1" indent="0" algn="l" defTabSz="1828709" rtl="0" eaLnBrk="1" fontAlgn="base" latinLnBrk="0" hangingPunct="1">
              <a:lnSpc>
                <a:spcPct val="100000"/>
              </a:lnSpc>
              <a:spcBef>
                <a:spcPts val="1600"/>
              </a:spcBef>
              <a:spcAft>
                <a:spcPts val="6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lang="en-GB"/>
              <a:t>Second level</a:t>
            </a:r>
          </a:p>
          <a:p>
            <a:pPr marL="0" marR="0" lvl="2" indent="0" algn="l" defTabSz="1828709" rtl="0" eaLnBrk="1" fontAlgn="base" latinLnBrk="0" hangingPunct="1">
              <a:lnSpc>
                <a:spcPct val="100000"/>
              </a:lnSpc>
              <a:spcBef>
                <a:spcPts val="1600"/>
              </a:spcBef>
              <a:spcAft>
                <a:spcPts val="6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lang="en-GB"/>
              <a:t>Third level</a:t>
            </a:r>
          </a:p>
          <a:p>
            <a:pPr marL="0" marR="0" lvl="3" indent="0" algn="l" defTabSz="1828709" rtl="0" eaLnBrk="1" fontAlgn="base" latinLnBrk="0" hangingPunct="1">
              <a:lnSpc>
                <a:spcPct val="100000"/>
              </a:lnSpc>
              <a:spcBef>
                <a:spcPts val="1600"/>
              </a:spcBef>
              <a:spcAft>
                <a:spcPts val="6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lang="en-GB"/>
              <a:t>Fourth level</a:t>
            </a:r>
          </a:p>
          <a:p>
            <a:pPr marL="0" marR="0" lvl="4" indent="0" algn="l" defTabSz="1828709" rtl="0" eaLnBrk="1" fontAlgn="base" latinLnBrk="0" hangingPunct="1">
              <a:lnSpc>
                <a:spcPct val="100000"/>
              </a:lnSpc>
              <a:spcBef>
                <a:spcPts val="1600"/>
              </a:spcBef>
              <a:spcAft>
                <a:spcPts val="6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lang="en-GB"/>
              <a:t>Fifth level</a:t>
            </a:r>
            <a:endParaRPr lang="en-US" dirty="0"/>
          </a:p>
        </p:txBody>
      </p:sp>
      <p:sp>
        <p:nvSpPr>
          <p:cNvPr id="82" name="Text Placeholder 5">
            <a:extLst>
              <a:ext uri="{FF2B5EF4-FFF2-40B4-BE49-F238E27FC236}">
                <a16:creationId xmlns:a16="http://schemas.microsoft.com/office/drawing/2014/main" id="{0FBD021F-BF05-5041-8A79-6F7C032DBAC7}"/>
              </a:ext>
            </a:extLst>
          </p:cNvPr>
          <p:cNvSpPr txBox="1">
            <a:spLocks/>
          </p:cNvSpPr>
          <p:nvPr/>
        </p:nvSpPr>
        <p:spPr>
          <a:xfrm>
            <a:off x="14693201" y="5197570"/>
            <a:ext cx="4473283" cy="7134124"/>
          </a:xfrm>
          <a:prstGeom prst="rect">
            <a:avLst/>
          </a:prstGeom>
          <a:noFill/>
          <a:ln w="12700">
            <a:solidFill>
              <a:schemeClr val="accent1"/>
            </a:solidFill>
          </a:ln>
          <a:effectLst>
            <a:outerShdw blurRad="381000" dist="127000" dir="2700000" algn="tl" rotWithShape="0">
              <a:prstClr val="black">
                <a:alpha val="822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59977" tIns="359977" rIns="359977" bIns="359977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lvl="0" indent="0" algn="ctr">
              <a:buNone/>
              <a:defRPr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/>
            <a:endParaRPr lang="en-US" sz="2400"/>
          </a:p>
        </p:txBody>
      </p:sp>
      <p:sp>
        <p:nvSpPr>
          <p:cNvPr id="84" name="Text Placeholder 66">
            <a:extLst>
              <a:ext uri="{FF2B5EF4-FFF2-40B4-BE49-F238E27FC236}">
                <a16:creationId xmlns:a16="http://schemas.microsoft.com/office/drawing/2014/main" id="{754EA112-6BEB-1649-B532-A432A7BE19DE}"/>
              </a:ext>
            </a:extLst>
          </p:cNvPr>
          <p:cNvSpPr>
            <a:spLocks noGrp="1"/>
          </p:cNvSpPr>
          <p:nvPr>
            <p:ph type="body" sz="quarter" idx="167"/>
          </p:nvPr>
        </p:nvSpPr>
        <p:spPr>
          <a:xfrm>
            <a:off x="14693201" y="5204354"/>
            <a:ext cx="4473283" cy="1130756"/>
          </a:xfrm>
          <a:prstGeom prst="rect">
            <a:avLst/>
          </a:prstGeom>
          <a:solidFill>
            <a:schemeClr val="accent1"/>
          </a:solidFill>
        </p:spPr>
        <p:txBody>
          <a:bodyPr lIns="72000" tIns="90000" bIns="9000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 cap="none" spc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5" name="Picture Placeholder 3">
            <a:extLst>
              <a:ext uri="{FF2B5EF4-FFF2-40B4-BE49-F238E27FC236}">
                <a16:creationId xmlns:a16="http://schemas.microsoft.com/office/drawing/2014/main" id="{C2E0D43C-3904-914E-89EB-0667F9782898}"/>
              </a:ext>
            </a:extLst>
          </p:cNvPr>
          <p:cNvSpPr>
            <a:spLocks noGrp="1"/>
          </p:cNvSpPr>
          <p:nvPr>
            <p:ph type="pic" sz="quarter" idx="168" hasCustomPrompt="1"/>
          </p:nvPr>
        </p:nvSpPr>
        <p:spPr>
          <a:xfrm>
            <a:off x="14715915" y="2752727"/>
            <a:ext cx="2093534" cy="2091570"/>
          </a:xfrm>
        </p:spPr>
        <p:txBody>
          <a:bodyPr wrap="square" anchor="ctr"/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Copy and paste icon from asset slide</a:t>
            </a:r>
          </a:p>
        </p:txBody>
      </p:sp>
      <p:sp>
        <p:nvSpPr>
          <p:cNvPr id="86" name="Text Placeholder 4">
            <a:extLst>
              <a:ext uri="{FF2B5EF4-FFF2-40B4-BE49-F238E27FC236}">
                <a16:creationId xmlns:a16="http://schemas.microsoft.com/office/drawing/2014/main" id="{B2D6B3CB-A997-BF43-96FC-64FC12DA6874}"/>
              </a:ext>
            </a:extLst>
          </p:cNvPr>
          <p:cNvSpPr>
            <a:spLocks noGrp="1"/>
          </p:cNvSpPr>
          <p:nvPr>
            <p:ph type="body" sz="quarter" idx="169"/>
          </p:nvPr>
        </p:nvSpPr>
        <p:spPr>
          <a:xfrm>
            <a:off x="15011381" y="6662991"/>
            <a:ext cx="3908370" cy="5360734"/>
          </a:xfrm>
          <a:prstGeom prst="callout1">
            <a:avLst>
              <a:gd name="adj1" fmla="val -44"/>
              <a:gd name="adj2" fmla="val -275"/>
              <a:gd name="adj3" fmla="val 137"/>
              <a:gd name="adj4" fmla="val 100385"/>
            </a:avLst>
          </a:prstGeom>
          <a:ln w="12700">
            <a:noFill/>
          </a:ln>
        </p:spPr>
        <p:txBody>
          <a:bodyPr lIns="72000" tIns="72000" rIns="72000" bIns="72000"/>
          <a:lstStyle>
            <a:lvl1pPr>
              <a:defRPr sz="2800">
                <a:solidFill>
                  <a:schemeClr val="tx1"/>
                </a:solidFill>
              </a:defRPr>
            </a:lvl1pPr>
            <a:lvl2pPr marL="359982" indent="-359982">
              <a:defRPr sz="2800">
                <a:solidFill>
                  <a:schemeClr val="tx1"/>
                </a:solidFill>
              </a:defRPr>
            </a:lvl2pPr>
            <a:lvl3pPr marL="719964" indent="-359982">
              <a:buSzPct val="85000"/>
              <a:buFont typeface="Wingdings" pitchFamily="2" charset="2"/>
              <a:buChar char="§"/>
              <a:defRPr sz="2400">
                <a:solidFill>
                  <a:schemeClr val="tx1"/>
                </a:solidFill>
              </a:defRPr>
            </a:lvl3pPr>
            <a:lvl4pPr marL="719964" indent="-359982">
              <a:defRPr sz="2400">
                <a:solidFill>
                  <a:schemeClr val="tx1"/>
                </a:solidFill>
              </a:defRPr>
            </a:lvl4pPr>
            <a:lvl5pPr marL="719964" indent="-359982">
              <a:buFont typeface="Wingdings" pitchFamily="2" charset="2"/>
              <a:buChar char="§"/>
              <a:defRPr sz="2400">
                <a:solidFill>
                  <a:schemeClr val="tx1"/>
                </a:solidFill>
              </a:defRPr>
            </a:lvl5pPr>
            <a:lvl6pPr marL="719964" indent="-359982">
              <a:defRPr sz="2400">
                <a:solidFill>
                  <a:schemeClr val="tx1"/>
                </a:solidFill>
              </a:defRPr>
            </a:lvl6pPr>
            <a:lvl7pPr marL="719964" indent="-359982">
              <a:defRPr sz="2400">
                <a:solidFill>
                  <a:schemeClr val="tx1"/>
                </a:solidFill>
              </a:defRPr>
            </a:lvl7pPr>
            <a:lvl8pPr marL="719964" indent="-359982">
              <a:defRPr sz="2400">
                <a:solidFill>
                  <a:schemeClr val="tx1"/>
                </a:solidFill>
              </a:defRPr>
            </a:lvl8pPr>
            <a:lvl9pPr marL="719964" indent="-359982">
              <a:defRPr sz="2400"/>
            </a:lvl9pPr>
          </a:lstStyle>
          <a:p>
            <a:pPr marL="0" marR="0" lvl="0" indent="0" algn="l" defTabSz="1828709" rtl="0" eaLnBrk="1" fontAlgn="base" latinLnBrk="0" hangingPunct="1">
              <a:lnSpc>
                <a:spcPct val="100000"/>
              </a:lnSpc>
              <a:spcBef>
                <a:spcPts val="1600"/>
              </a:spcBef>
              <a:spcAft>
                <a:spcPts val="6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edit Master text styles</a:t>
            </a:r>
          </a:p>
          <a:p>
            <a:pPr marL="0" marR="0" lvl="1" indent="0" algn="l" defTabSz="1828709" rtl="0" eaLnBrk="1" fontAlgn="base" latinLnBrk="0" hangingPunct="1">
              <a:lnSpc>
                <a:spcPct val="100000"/>
              </a:lnSpc>
              <a:spcBef>
                <a:spcPts val="1600"/>
              </a:spcBef>
              <a:spcAft>
                <a:spcPts val="6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lang="en-GB"/>
              <a:t>Second level</a:t>
            </a:r>
          </a:p>
          <a:p>
            <a:pPr marL="0" marR="0" lvl="2" indent="0" algn="l" defTabSz="1828709" rtl="0" eaLnBrk="1" fontAlgn="base" latinLnBrk="0" hangingPunct="1">
              <a:lnSpc>
                <a:spcPct val="100000"/>
              </a:lnSpc>
              <a:spcBef>
                <a:spcPts val="1600"/>
              </a:spcBef>
              <a:spcAft>
                <a:spcPts val="6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lang="en-GB"/>
              <a:t>Third level</a:t>
            </a:r>
          </a:p>
          <a:p>
            <a:pPr marL="0" marR="0" lvl="3" indent="0" algn="l" defTabSz="1828709" rtl="0" eaLnBrk="1" fontAlgn="base" latinLnBrk="0" hangingPunct="1">
              <a:lnSpc>
                <a:spcPct val="100000"/>
              </a:lnSpc>
              <a:spcBef>
                <a:spcPts val="1600"/>
              </a:spcBef>
              <a:spcAft>
                <a:spcPts val="6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lang="en-GB"/>
              <a:t>Fourth level</a:t>
            </a:r>
          </a:p>
          <a:p>
            <a:pPr marL="0" marR="0" lvl="4" indent="0" algn="l" defTabSz="1828709" rtl="0" eaLnBrk="1" fontAlgn="base" latinLnBrk="0" hangingPunct="1">
              <a:lnSpc>
                <a:spcPct val="100000"/>
              </a:lnSpc>
              <a:spcBef>
                <a:spcPts val="1600"/>
              </a:spcBef>
              <a:spcAft>
                <a:spcPts val="6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lang="en-GB"/>
              <a:t>Fifth level</a:t>
            </a:r>
            <a:endParaRPr lang="en-US" dirty="0"/>
          </a:p>
        </p:txBody>
      </p:sp>
      <p:sp>
        <p:nvSpPr>
          <p:cNvPr id="87" name="Text Placeholder 5">
            <a:extLst>
              <a:ext uri="{FF2B5EF4-FFF2-40B4-BE49-F238E27FC236}">
                <a16:creationId xmlns:a16="http://schemas.microsoft.com/office/drawing/2014/main" id="{503485E0-F7AD-3A40-9FC3-8F149B50815E}"/>
              </a:ext>
            </a:extLst>
          </p:cNvPr>
          <p:cNvSpPr txBox="1">
            <a:spLocks/>
          </p:cNvSpPr>
          <p:nvPr/>
        </p:nvSpPr>
        <p:spPr>
          <a:xfrm>
            <a:off x="19374624" y="5197570"/>
            <a:ext cx="4473283" cy="7134124"/>
          </a:xfrm>
          <a:prstGeom prst="rect">
            <a:avLst/>
          </a:prstGeom>
          <a:noFill/>
          <a:ln w="12700">
            <a:solidFill>
              <a:schemeClr val="accent1"/>
            </a:solidFill>
          </a:ln>
          <a:effectLst>
            <a:outerShdw blurRad="381000" dist="127000" dir="2700000" algn="tl" rotWithShape="0">
              <a:prstClr val="black">
                <a:alpha val="822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59977" tIns="359977" rIns="359977" bIns="359977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lvl="0" indent="0" algn="ctr">
              <a:buNone/>
              <a:defRPr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/>
            <a:endParaRPr lang="en-US" sz="2400"/>
          </a:p>
        </p:txBody>
      </p:sp>
      <p:sp>
        <p:nvSpPr>
          <p:cNvPr id="89" name="Text Placeholder 66">
            <a:extLst>
              <a:ext uri="{FF2B5EF4-FFF2-40B4-BE49-F238E27FC236}">
                <a16:creationId xmlns:a16="http://schemas.microsoft.com/office/drawing/2014/main" id="{52F54C64-A143-044B-A709-746149BC32DA}"/>
              </a:ext>
            </a:extLst>
          </p:cNvPr>
          <p:cNvSpPr>
            <a:spLocks noGrp="1"/>
          </p:cNvSpPr>
          <p:nvPr>
            <p:ph type="body" sz="quarter" idx="170"/>
          </p:nvPr>
        </p:nvSpPr>
        <p:spPr>
          <a:xfrm>
            <a:off x="19374624" y="5204354"/>
            <a:ext cx="4473283" cy="1130756"/>
          </a:xfrm>
          <a:prstGeom prst="rect">
            <a:avLst/>
          </a:prstGeom>
          <a:solidFill>
            <a:schemeClr val="accent1"/>
          </a:solidFill>
        </p:spPr>
        <p:txBody>
          <a:bodyPr lIns="72000" tIns="90000" bIns="9000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 cap="none" spc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0" name="Picture Placeholder 3">
            <a:extLst>
              <a:ext uri="{FF2B5EF4-FFF2-40B4-BE49-F238E27FC236}">
                <a16:creationId xmlns:a16="http://schemas.microsoft.com/office/drawing/2014/main" id="{D5096C43-4378-4A4B-912B-4D48DFC61844}"/>
              </a:ext>
            </a:extLst>
          </p:cNvPr>
          <p:cNvSpPr>
            <a:spLocks noGrp="1"/>
          </p:cNvSpPr>
          <p:nvPr>
            <p:ph type="pic" sz="quarter" idx="171" hasCustomPrompt="1"/>
          </p:nvPr>
        </p:nvSpPr>
        <p:spPr>
          <a:xfrm>
            <a:off x="19397338" y="2752727"/>
            <a:ext cx="2093534" cy="2091570"/>
          </a:xfrm>
        </p:spPr>
        <p:txBody>
          <a:bodyPr wrap="square" anchor="ctr"/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Copy and paste icon from asset slide</a:t>
            </a:r>
          </a:p>
        </p:txBody>
      </p:sp>
      <p:sp>
        <p:nvSpPr>
          <p:cNvPr id="91" name="Text Placeholder 4">
            <a:extLst>
              <a:ext uri="{FF2B5EF4-FFF2-40B4-BE49-F238E27FC236}">
                <a16:creationId xmlns:a16="http://schemas.microsoft.com/office/drawing/2014/main" id="{653721AF-5CB8-C246-9949-892109159316}"/>
              </a:ext>
            </a:extLst>
          </p:cNvPr>
          <p:cNvSpPr>
            <a:spLocks noGrp="1"/>
          </p:cNvSpPr>
          <p:nvPr>
            <p:ph type="body" sz="quarter" idx="172"/>
          </p:nvPr>
        </p:nvSpPr>
        <p:spPr>
          <a:xfrm>
            <a:off x="19692804" y="6662991"/>
            <a:ext cx="3908370" cy="5360734"/>
          </a:xfrm>
          <a:prstGeom prst="callout1">
            <a:avLst>
              <a:gd name="adj1" fmla="val -44"/>
              <a:gd name="adj2" fmla="val -275"/>
              <a:gd name="adj3" fmla="val 137"/>
              <a:gd name="adj4" fmla="val 100385"/>
            </a:avLst>
          </a:prstGeom>
          <a:ln w="12700">
            <a:noFill/>
          </a:ln>
        </p:spPr>
        <p:txBody>
          <a:bodyPr lIns="72000" tIns="72000" rIns="72000" bIns="72000"/>
          <a:lstStyle>
            <a:lvl1pPr>
              <a:defRPr sz="2800">
                <a:solidFill>
                  <a:schemeClr val="tx1"/>
                </a:solidFill>
              </a:defRPr>
            </a:lvl1pPr>
            <a:lvl2pPr marL="359982" indent="-359982">
              <a:defRPr sz="2800">
                <a:solidFill>
                  <a:schemeClr val="tx1"/>
                </a:solidFill>
              </a:defRPr>
            </a:lvl2pPr>
            <a:lvl3pPr marL="719964" indent="-359982">
              <a:buSzPct val="85000"/>
              <a:buFont typeface="Wingdings" pitchFamily="2" charset="2"/>
              <a:buChar char="§"/>
              <a:defRPr sz="2400">
                <a:solidFill>
                  <a:schemeClr val="tx1"/>
                </a:solidFill>
              </a:defRPr>
            </a:lvl3pPr>
            <a:lvl4pPr marL="719964" indent="-359982">
              <a:defRPr sz="2400">
                <a:solidFill>
                  <a:schemeClr val="tx1"/>
                </a:solidFill>
              </a:defRPr>
            </a:lvl4pPr>
            <a:lvl5pPr marL="719964" indent="-359982">
              <a:buFont typeface="Wingdings" pitchFamily="2" charset="2"/>
              <a:buChar char="§"/>
              <a:defRPr sz="2400">
                <a:solidFill>
                  <a:schemeClr val="tx1"/>
                </a:solidFill>
              </a:defRPr>
            </a:lvl5pPr>
            <a:lvl6pPr marL="719964" indent="-359982">
              <a:defRPr sz="2400">
                <a:solidFill>
                  <a:schemeClr val="tx1"/>
                </a:solidFill>
              </a:defRPr>
            </a:lvl6pPr>
            <a:lvl7pPr marL="719964" indent="-359982">
              <a:defRPr sz="2400">
                <a:solidFill>
                  <a:schemeClr val="tx1"/>
                </a:solidFill>
              </a:defRPr>
            </a:lvl7pPr>
            <a:lvl8pPr marL="719964" indent="-359982">
              <a:defRPr sz="2400">
                <a:solidFill>
                  <a:schemeClr val="tx1"/>
                </a:solidFill>
              </a:defRPr>
            </a:lvl8pPr>
            <a:lvl9pPr marL="719964" indent="-359982">
              <a:defRPr sz="2400"/>
            </a:lvl9pPr>
          </a:lstStyle>
          <a:p>
            <a:pPr marL="0" marR="0" lvl="0" indent="0" algn="l" defTabSz="1828709" rtl="0" eaLnBrk="1" fontAlgn="base" latinLnBrk="0" hangingPunct="1">
              <a:lnSpc>
                <a:spcPct val="100000"/>
              </a:lnSpc>
              <a:spcBef>
                <a:spcPts val="1600"/>
              </a:spcBef>
              <a:spcAft>
                <a:spcPts val="6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edit Master text styles</a:t>
            </a:r>
          </a:p>
          <a:p>
            <a:pPr marL="0" marR="0" lvl="1" indent="0" algn="l" defTabSz="1828709" rtl="0" eaLnBrk="1" fontAlgn="base" latinLnBrk="0" hangingPunct="1">
              <a:lnSpc>
                <a:spcPct val="100000"/>
              </a:lnSpc>
              <a:spcBef>
                <a:spcPts val="1600"/>
              </a:spcBef>
              <a:spcAft>
                <a:spcPts val="6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lang="en-GB"/>
              <a:t>Second level</a:t>
            </a:r>
          </a:p>
          <a:p>
            <a:pPr marL="0" marR="0" lvl="2" indent="0" algn="l" defTabSz="1828709" rtl="0" eaLnBrk="1" fontAlgn="base" latinLnBrk="0" hangingPunct="1">
              <a:lnSpc>
                <a:spcPct val="100000"/>
              </a:lnSpc>
              <a:spcBef>
                <a:spcPts val="1600"/>
              </a:spcBef>
              <a:spcAft>
                <a:spcPts val="6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lang="en-GB"/>
              <a:t>Third level</a:t>
            </a:r>
          </a:p>
          <a:p>
            <a:pPr marL="0" marR="0" lvl="3" indent="0" algn="l" defTabSz="1828709" rtl="0" eaLnBrk="1" fontAlgn="base" latinLnBrk="0" hangingPunct="1">
              <a:lnSpc>
                <a:spcPct val="100000"/>
              </a:lnSpc>
              <a:spcBef>
                <a:spcPts val="1600"/>
              </a:spcBef>
              <a:spcAft>
                <a:spcPts val="6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lang="en-GB"/>
              <a:t>Fourth level</a:t>
            </a:r>
          </a:p>
          <a:p>
            <a:pPr marL="0" marR="0" lvl="4" indent="0" algn="l" defTabSz="1828709" rtl="0" eaLnBrk="1" fontAlgn="base" latinLnBrk="0" hangingPunct="1">
              <a:lnSpc>
                <a:spcPct val="100000"/>
              </a:lnSpc>
              <a:spcBef>
                <a:spcPts val="1600"/>
              </a:spcBef>
              <a:spcAft>
                <a:spcPts val="6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lang="en-GB"/>
              <a:t>Fifth level</a:t>
            </a:r>
            <a:endParaRPr lang="en-US" dirty="0"/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E5E2B590-5AE5-4D43-BA94-2F288707929D}"/>
              </a:ext>
            </a:extLst>
          </p:cNvPr>
          <p:cNvSpPr txBox="1">
            <a:spLocks/>
          </p:cNvSpPr>
          <p:nvPr userDrawn="1"/>
        </p:nvSpPr>
        <p:spPr>
          <a:xfrm>
            <a:off x="527019" y="5197570"/>
            <a:ext cx="4473283" cy="7134124"/>
          </a:xfrm>
          <a:prstGeom prst="rect">
            <a:avLst/>
          </a:prstGeom>
          <a:noFill/>
          <a:ln w="12700">
            <a:solidFill>
              <a:schemeClr val="accent1"/>
            </a:solidFill>
          </a:ln>
          <a:effectLst>
            <a:outerShdw blurRad="381000" dist="127000" dir="2700000" algn="tl" rotWithShape="0">
              <a:prstClr val="black">
                <a:alpha val="822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59977" tIns="359977" rIns="359977" bIns="359977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lvl="0" indent="0" algn="ctr">
              <a:buNone/>
              <a:defRPr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/>
            <a:endParaRPr lang="en-US" sz="240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F1B13F0-B4AF-5446-8328-C033F7090A61}"/>
              </a:ext>
            </a:extLst>
          </p:cNvPr>
          <p:cNvCxnSpPr/>
          <p:nvPr userDrawn="1"/>
        </p:nvCxnSpPr>
        <p:spPr>
          <a:xfrm>
            <a:off x="0" y="12683688"/>
            <a:ext cx="24382413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3B6D027-3301-8B48-AA66-4E03327BBC79}"/>
              </a:ext>
            </a:extLst>
          </p:cNvPr>
          <p:cNvGrpSpPr/>
          <p:nvPr userDrawn="1"/>
        </p:nvGrpSpPr>
        <p:grpSpPr>
          <a:xfrm>
            <a:off x="24920993" y="304801"/>
            <a:ext cx="6186247" cy="1619250"/>
            <a:chOff x="12461307" y="152400"/>
            <a:chExt cx="3093325" cy="809625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3B6852D5-F26D-664C-A9F6-BF9037BBFE58}"/>
                </a:ext>
              </a:extLst>
            </p:cNvPr>
            <p:cNvSpPr/>
            <p:nvPr userDrawn="1"/>
          </p:nvSpPr>
          <p:spPr>
            <a:xfrm>
              <a:off x="12461307" y="152400"/>
              <a:ext cx="3093325" cy="809625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4000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62F5D4E-B8D2-A24F-AC47-22D806E55759}"/>
                </a:ext>
              </a:extLst>
            </p:cNvPr>
            <p:cNvSpPr/>
            <p:nvPr userDrawn="1"/>
          </p:nvSpPr>
          <p:spPr>
            <a:xfrm>
              <a:off x="12517897" y="219592"/>
              <a:ext cx="2960228" cy="66623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D7BA946E-DADB-3B40-A026-86AEAD921482}"/>
                </a:ext>
              </a:extLst>
            </p:cNvPr>
            <p:cNvSpPr txBox="1"/>
            <p:nvPr userDrawn="1"/>
          </p:nvSpPr>
          <p:spPr>
            <a:xfrm>
              <a:off x="13123460" y="325491"/>
              <a:ext cx="2059390" cy="484748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/>
            <a:p>
              <a:pPr marL="0" indent="0" algn="l">
                <a:buNone/>
              </a:pPr>
              <a:r>
                <a:rPr lang="en-US" sz="210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rPr>
                <a:t>Access programmed text formats by using the ‘Indent More’ button to change the indent level.</a:t>
              </a:r>
            </a:p>
          </p:txBody>
        </p:sp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ABF6377A-3E4C-E543-A6E3-B62474F7592C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-1"/>
            <a:stretch/>
          </p:blipFill>
          <p:spPr>
            <a:xfrm>
              <a:off x="12671338" y="333949"/>
              <a:ext cx="320762" cy="350353"/>
            </a:xfrm>
            <a:prstGeom prst="roundRect">
              <a:avLst/>
            </a:prstGeom>
          </p:spPr>
        </p:pic>
      </p:grpSp>
      <p:sp>
        <p:nvSpPr>
          <p:cNvPr id="40" name="Text Placeholder 5">
            <a:extLst>
              <a:ext uri="{FF2B5EF4-FFF2-40B4-BE49-F238E27FC236}">
                <a16:creationId xmlns:a16="http://schemas.microsoft.com/office/drawing/2014/main" id="{AB31743E-709B-B74A-B557-00500F507BFA}"/>
              </a:ext>
            </a:extLst>
          </p:cNvPr>
          <p:cNvSpPr txBox="1">
            <a:spLocks/>
          </p:cNvSpPr>
          <p:nvPr userDrawn="1"/>
        </p:nvSpPr>
        <p:spPr>
          <a:xfrm>
            <a:off x="5232824" y="5197570"/>
            <a:ext cx="4473283" cy="7134124"/>
          </a:xfrm>
          <a:prstGeom prst="rect">
            <a:avLst/>
          </a:prstGeom>
          <a:noFill/>
          <a:ln w="12700">
            <a:solidFill>
              <a:schemeClr val="accent1"/>
            </a:solidFill>
          </a:ln>
          <a:effectLst>
            <a:outerShdw blurRad="381000" dist="127000" dir="2700000" algn="tl" rotWithShape="0">
              <a:prstClr val="black">
                <a:alpha val="822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59977" tIns="359977" rIns="359977" bIns="359977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lvl="0" indent="0" algn="ctr">
              <a:buNone/>
              <a:defRPr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/>
            <a:endParaRPr lang="en-US" sz="2400"/>
          </a:p>
        </p:txBody>
      </p:sp>
      <p:sp>
        <p:nvSpPr>
          <p:cNvPr id="41" name="Text Placeholder 5">
            <a:extLst>
              <a:ext uri="{FF2B5EF4-FFF2-40B4-BE49-F238E27FC236}">
                <a16:creationId xmlns:a16="http://schemas.microsoft.com/office/drawing/2014/main" id="{874CC086-E655-3E48-A8D7-D74BE47D0988}"/>
              </a:ext>
            </a:extLst>
          </p:cNvPr>
          <p:cNvSpPr txBox="1">
            <a:spLocks/>
          </p:cNvSpPr>
          <p:nvPr userDrawn="1"/>
        </p:nvSpPr>
        <p:spPr>
          <a:xfrm>
            <a:off x="9963012" y="5197570"/>
            <a:ext cx="4473283" cy="7134124"/>
          </a:xfrm>
          <a:prstGeom prst="rect">
            <a:avLst/>
          </a:prstGeom>
          <a:noFill/>
          <a:ln w="12700">
            <a:solidFill>
              <a:schemeClr val="accent1"/>
            </a:solidFill>
          </a:ln>
          <a:effectLst>
            <a:outerShdw blurRad="381000" dist="127000" dir="2700000" algn="tl" rotWithShape="0">
              <a:prstClr val="black">
                <a:alpha val="822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59977" tIns="359977" rIns="359977" bIns="359977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lvl="0" indent="0" algn="ctr">
              <a:buNone/>
              <a:defRPr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/>
            <a:endParaRPr lang="en-US" sz="2400"/>
          </a:p>
        </p:txBody>
      </p:sp>
      <p:sp>
        <p:nvSpPr>
          <p:cNvPr id="42" name="Text Placeholder 5">
            <a:extLst>
              <a:ext uri="{FF2B5EF4-FFF2-40B4-BE49-F238E27FC236}">
                <a16:creationId xmlns:a16="http://schemas.microsoft.com/office/drawing/2014/main" id="{96BA808A-C828-8542-AADB-7C28F4133DE5}"/>
              </a:ext>
            </a:extLst>
          </p:cNvPr>
          <p:cNvSpPr txBox="1">
            <a:spLocks/>
          </p:cNvSpPr>
          <p:nvPr userDrawn="1"/>
        </p:nvSpPr>
        <p:spPr>
          <a:xfrm>
            <a:off x="14693201" y="5197570"/>
            <a:ext cx="4473283" cy="7134124"/>
          </a:xfrm>
          <a:prstGeom prst="rect">
            <a:avLst/>
          </a:prstGeom>
          <a:noFill/>
          <a:ln w="12700">
            <a:solidFill>
              <a:schemeClr val="accent1"/>
            </a:solidFill>
          </a:ln>
          <a:effectLst>
            <a:outerShdw blurRad="381000" dist="127000" dir="2700000" algn="tl" rotWithShape="0">
              <a:prstClr val="black">
                <a:alpha val="822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59977" tIns="359977" rIns="359977" bIns="359977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lvl="0" indent="0" algn="ctr">
              <a:buNone/>
              <a:defRPr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/>
            <a:endParaRPr lang="en-US" sz="2400"/>
          </a:p>
        </p:txBody>
      </p:sp>
      <p:sp>
        <p:nvSpPr>
          <p:cNvPr id="43" name="Text Placeholder 5">
            <a:extLst>
              <a:ext uri="{FF2B5EF4-FFF2-40B4-BE49-F238E27FC236}">
                <a16:creationId xmlns:a16="http://schemas.microsoft.com/office/drawing/2014/main" id="{BAE2EC45-00CF-FD47-9AF3-31929E5B03F6}"/>
              </a:ext>
            </a:extLst>
          </p:cNvPr>
          <p:cNvSpPr txBox="1">
            <a:spLocks/>
          </p:cNvSpPr>
          <p:nvPr userDrawn="1"/>
        </p:nvSpPr>
        <p:spPr>
          <a:xfrm>
            <a:off x="19374624" y="5197570"/>
            <a:ext cx="4473283" cy="7134124"/>
          </a:xfrm>
          <a:prstGeom prst="rect">
            <a:avLst/>
          </a:prstGeom>
          <a:noFill/>
          <a:ln w="12700">
            <a:solidFill>
              <a:schemeClr val="accent1"/>
            </a:solidFill>
          </a:ln>
          <a:effectLst>
            <a:outerShdw blurRad="381000" dist="127000" dir="2700000" algn="tl" rotWithShape="0">
              <a:prstClr val="black">
                <a:alpha val="822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59977" tIns="359977" rIns="359977" bIns="359977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lvl="0" indent="0" algn="ctr">
              <a:buNone/>
              <a:defRPr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42067581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02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ro Statem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1762EBF-E0D7-8245-9003-E6DC25C5B171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0" y="2"/>
            <a:ext cx="24382413" cy="12683688"/>
          </a:xfrm>
        </p:spPr>
        <p:txBody>
          <a:bodyPr/>
          <a:lstStyle>
            <a:lvl1pPr marL="0" marR="0" indent="0" algn="l" defTabSz="1828709" rtl="0" eaLnBrk="1" fontAlgn="base" latinLnBrk="0" hangingPunct="1">
              <a:lnSpc>
                <a:spcPct val="90000"/>
              </a:lnSpc>
              <a:spcBef>
                <a:spcPts val="1600"/>
              </a:spcBef>
              <a:spcAft>
                <a:spcPts val="600"/>
              </a:spcAft>
              <a:buClr>
                <a:schemeClr val="accent2"/>
              </a:buClr>
              <a:buSzPct val="105000"/>
              <a:buFont typeface="Arial" panose="020B0604020202020204" pitchFamily="34" charset="0"/>
              <a:buNone/>
              <a:tabLst/>
              <a:defRPr sz="3200"/>
            </a:lvl1pPr>
          </a:lstStyle>
          <a:p>
            <a:pPr marL="0" marR="0" lvl="0" indent="0" algn="l" defTabSz="1828709" rtl="0" eaLnBrk="1" fontAlgn="base" latinLnBrk="0" hangingPunct="1">
              <a:lnSpc>
                <a:spcPct val="90000"/>
              </a:lnSpc>
              <a:spcBef>
                <a:spcPts val="1600"/>
              </a:spcBef>
              <a:spcAft>
                <a:spcPts val="600"/>
              </a:spcAft>
              <a:buClr>
                <a:schemeClr val="accent2"/>
              </a:buClr>
              <a:buSzPct val="105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Drag and drop image onto slide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3A6F8CA-EB29-7B4C-8C88-14F0FA8683CF}"/>
              </a:ext>
            </a:extLst>
          </p:cNvPr>
          <p:cNvGrpSpPr/>
          <p:nvPr/>
        </p:nvGrpSpPr>
        <p:grpSpPr>
          <a:xfrm>
            <a:off x="24988403" y="304801"/>
            <a:ext cx="5748046" cy="12741968"/>
            <a:chOff x="12457693" y="0"/>
            <a:chExt cx="2874210" cy="6370984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EF4B2B0-BF85-6749-9807-1542F0D260A9}"/>
                </a:ext>
              </a:extLst>
            </p:cNvPr>
            <p:cNvSpPr/>
            <p:nvPr/>
          </p:nvSpPr>
          <p:spPr>
            <a:xfrm>
              <a:off x="12457693" y="0"/>
              <a:ext cx="2798651" cy="6370984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360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B969EFC-6015-994F-AAAE-36B45550D796}"/>
                </a:ext>
              </a:extLst>
            </p:cNvPr>
            <p:cNvSpPr txBox="1"/>
            <p:nvPr/>
          </p:nvSpPr>
          <p:spPr>
            <a:xfrm>
              <a:off x="12613762" y="150289"/>
              <a:ext cx="1624942" cy="169277"/>
            </a:xfrm>
            <a:prstGeom prst="rect">
              <a:avLst/>
            </a:prstGeom>
          </p:spPr>
          <p:txBody>
            <a:bodyPr vert="horz" wrap="none" lIns="0" tIns="0" rIns="0" bIns="0" rtlCol="0" anchor="t">
              <a:spAutoFit/>
            </a:bodyPr>
            <a:lstStyle>
              <a:defPPr>
                <a:defRPr lang="en-US"/>
              </a:defPPr>
              <a:lvl1pPr>
                <a:defRPr sz="110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defRPr>
              </a:lvl1pPr>
            </a:lstStyle>
            <a:p>
              <a:pPr marL="0" lvl="0" indent="0">
                <a:buNone/>
              </a:pPr>
              <a:r>
                <a:rPr lang="en-US" sz="2200">
                  <a:solidFill>
                    <a:schemeClr val="bg1"/>
                  </a:solidFill>
                </a:rPr>
                <a:t>HOW TO ADD AN IMAGE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F857ABE-281D-204A-961D-D55C5A4EECEA}"/>
                </a:ext>
              </a:extLst>
            </p:cNvPr>
            <p:cNvCxnSpPr>
              <a:cxnSpLocks/>
            </p:cNvCxnSpPr>
            <p:nvPr/>
          </p:nvCxnSpPr>
          <p:spPr>
            <a:xfrm>
              <a:off x="12613762" y="352906"/>
              <a:ext cx="1755381" cy="0"/>
            </a:xfrm>
            <a:prstGeom prst="line">
              <a:avLst/>
            </a:prstGeom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36349B6-CD87-3C40-A671-7A1B3EDBFBDB}"/>
                </a:ext>
              </a:extLst>
            </p:cNvPr>
            <p:cNvSpPr txBox="1"/>
            <p:nvPr/>
          </p:nvSpPr>
          <p:spPr>
            <a:xfrm>
              <a:off x="12776177" y="496513"/>
              <a:ext cx="2297338" cy="402418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en-US"/>
              </a:defPPr>
              <a:lvl1pPr lvl="0">
                <a:spcBef>
                  <a:spcPts val="900"/>
                </a:spcBef>
                <a:spcAft>
                  <a:spcPts val="300"/>
                </a:spcAft>
                <a:defRPr sz="800" b="1" cap="all" spc="20" baseline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0" lvl="1" indent="0">
                <a:lnSpc>
                  <a:spcPct val="90000"/>
                </a:lnSpc>
                <a:spcAft>
                  <a:spcPts val="300"/>
                </a:spcAft>
                <a:tabLst/>
                <a:defRPr sz="12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113" lvl="2" indent="0">
                <a:spcBef>
                  <a:spcPts val="300"/>
                </a:spcBef>
                <a:buFont typeface="Wingdings" pitchFamily="2" charset="2"/>
                <a:buNone/>
                <a:tabLst/>
                <a:defRPr sz="800">
                  <a:solidFill>
                    <a:schemeClr val="bg1">
                      <a:lumMod val="85000"/>
                    </a:schemeClr>
                  </a:solidFill>
                </a:defRPr>
              </a:lvl3pPr>
            </a:lstStyle>
            <a:p>
              <a:pPr marL="0" lvl="0" indent="0">
                <a:buFont typeface="Arial" panose="020B0604020202020204" pitchFamily="34" charset="0"/>
                <a:buNone/>
              </a:pPr>
              <a:r>
                <a:rPr lang="en-US" sz="1200" b="1"/>
                <a:t>Method 1: </a:t>
              </a:r>
              <a:r>
                <a:rPr lang="en-US" sz="1200" b="0"/>
                <a:t>DRAG &amp; DROP</a:t>
              </a:r>
            </a:p>
            <a:p>
              <a:pPr lvl="1">
                <a:buNone/>
              </a:pPr>
              <a:r>
                <a:rPr lang="en-US" sz="2100"/>
                <a:t>On an empty master layout, drag and drop an image onto the slide.</a:t>
              </a: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2F3C8DC-0EB1-A54A-9CC4-B7E9EB96D6B5}"/>
                </a:ext>
              </a:extLst>
            </p:cNvPr>
            <p:cNvGrpSpPr/>
            <p:nvPr/>
          </p:nvGrpSpPr>
          <p:grpSpPr>
            <a:xfrm>
              <a:off x="12596752" y="2653788"/>
              <a:ext cx="2735151" cy="2087177"/>
              <a:chOff x="12596752" y="5446684"/>
              <a:chExt cx="2735151" cy="2087177"/>
            </a:xfrm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DC20CD52-3955-584F-A4C5-5ABDC961B346}"/>
                  </a:ext>
                </a:extLst>
              </p:cNvPr>
              <p:cNvGrpSpPr/>
              <p:nvPr/>
            </p:nvGrpSpPr>
            <p:grpSpPr>
              <a:xfrm>
                <a:off x="12596752" y="5446684"/>
                <a:ext cx="2735151" cy="2087177"/>
                <a:chOff x="12596752" y="3550835"/>
                <a:chExt cx="2735151" cy="2087177"/>
              </a:xfrm>
            </p:grpSpPr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F771F22C-7095-2046-98D8-7F526D021947}"/>
                    </a:ext>
                  </a:extLst>
                </p:cNvPr>
                <p:cNvSpPr/>
                <p:nvPr/>
              </p:nvSpPr>
              <p:spPr>
                <a:xfrm>
                  <a:off x="12596752" y="3550835"/>
                  <a:ext cx="2735151" cy="2087177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3600"/>
                </a:p>
              </p:txBody>
            </p: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E5F8D0D1-E25C-514F-B0F6-009FE88EDA7B}"/>
                    </a:ext>
                  </a:extLst>
                </p:cNvPr>
                <p:cNvSpPr txBox="1"/>
                <p:nvPr/>
              </p:nvSpPr>
              <p:spPr>
                <a:xfrm>
                  <a:off x="12771990" y="4875845"/>
                  <a:ext cx="2422981" cy="498598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t">
                  <a:spAutoFit/>
                </a:bodyPr>
                <a:lstStyle/>
                <a:p>
                  <a:pPr marL="6350" lvl="1" indent="0" algn="l" defTabSz="1828709" rtl="0" eaLnBrk="1" latinLnBrk="0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None/>
                    <a:tabLst/>
                    <a:defRPr/>
                  </a:pPr>
                  <a:r>
                    <a:rPr lang="en-US" sz="1800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Deleting the image may bring the image placeholder to the top layer, covering your text. Right-click on the placeholder and choose “Send to Back”.</a:t>
                  </a:r>
                </a:p>
              </p:txBody>
            </p: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4C5FEE07-2797-9841-AF3F-7B02EA44BEC6}"/>
                    </a:ext>
                  </a:extLst>
                </p:cNvPr>
                <p:cNvSpPr txBox="1"/>
                <p:nvPr/>
              </p:nvSpPr>
              <p:spPr>
                <a:xfrm>
                  <a:off x="12771991" y="3940775"/>
                  <a:ext cx="2156990" cy="856645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t">
                  <a:spAutoFit/>
                </a:bodyPr>
                <a:lstStyle/>
                <a:p>
                  <a:pPr marL="0" indent="0" algn="l" defTabSz="1828709" rtl="0" eaLnBrk="1" latinLnBrk="0" hangingPunct="1">
                    <a:spcBef>
                      <a:spcPts val="400"/>
                    </a:spcBef>
                    <a:buNone/>
                  </a:pPr>
                  <a:r>
                    <a:rPr lang="en-US" sz="1800" b="1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First, delete the existing image to reset the photo placeholder functionality. </a:t>
                  </a:r>
                  <a:r>
                    <a:rPr lang="en-US" sz="1800" b="0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You may need to shift the gradient aside in order to do this. </a:t>
                  </a:r>
                </a:p>
                <a:p>
                  <a:pPr marL="0" indent="0" algn="l" defTabSz="1828709" rtl="0" eaLnBrk="1" latinLnBrk="0" hangingPunct="1">
                    <a:spcBef>
                      <a:spcPts val="400"/>
                    </a:spcBef>
                    <a:buNone/>
                  </a:pPr>
                  <a:r>
                    <a:rPr lang="en-US" sz="1800" b="0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Second, use one of the methods outlined above to add a new photo. </a:t>
                  </a:r>
                </a:p>
              </p:txBody>
            </p: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21BA9531-EC5F-D348-A85B-1F3BE61794D3}"/>
                    </a:ext>
                  </a:extLst>
                </p:cNvPr>
                <p:cNvSpPr txBox="1"/>
                <p:nvPr/>
              </p:nvSpPr>
              <p:spPr>
                <a:xfrm>
                  <a:off x="12771990" y="5385156"/>
                  <a:ext cx="2422981" cy="138500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t">
                  <a:spAutoFit/>
                </a:bodyPr>
                <a:lstStyle/>
                <a:p>
                  <a:pPr marL="0" indent="0" algn="l" defTabSz="1828709" rtl="0" eaLnBrk="1" latinLnBrk="0" hangingPunct="1">
                    <a:spcBef>
                      <a:spcPts val="400"/>
                    </a:spcBef>
                    <a:buNone/>
                  </a:pPr>
                  <a:r>
                    <a:rPr lang="en-US" sz="1800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You can now add a new image as normal.</a:t>
                  </a:r>
                </a:p>
              </p:txBody>
            </p:sp>
          </p:grp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049FC18-348C-3841-A7B1-EEDE4ECECA73}"/>
                  </a:ext>
                </a:extLst>
              </p:cNvPr>
              <p:cNvSpPr txBox="1"/>
              <p:nvPr/>
            </p:nvSpPr>
            <p:spPr>
              <a:xfrm>
                <a:off x="12962943" y="5575485"/>
                <a:ext cx="2368960" cy="169277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/>
              <a:p>
                <a:pPr marL="0" indent="0" algn="l">
                  <a:buNone/>
                </a:pPr>
                <a:r>
                  <a:rPr lang="en-US" sz="2200">
                    <a:solidFill>
                      <a:schemeClr val="accent2"/>
                    </a:solidFill>
                    <a:latin typeface="Arial" charset="0"/>
                    <a:ea typeface="Arial" charset="0"/>
                    <a:cs typeface="Arial" charset="0"/>
                  </a:rPr>
                  <a:t>TIP: Change Image</a:t>
                </a:r>
              </a:p>
            </p:txBody>
          </p:sp>
          <p:pic>
            <p:nvPicPr>
              <p:cNvPr id="23" name="Graphic 22">
                <a:extLst>
                  <a:ext uri="{FF2B5EF4-FFF2-40B4-BE49-F238E27FC236}">
                    <a16:creationId xmlns:a16="http://schemas.microsoft.com/office/drawing/2014/main" id="{BE07A37F-BC36-8141-9134-2D60B9BCDD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2756975" y="5585768"/>
                <a:ext cx="155227" cy="155227"/>
              </a:xfrm>
              <a:prstGeom prst="rect">
                <a:avLst/>
              </a:prstGeom>
            </p:spPr>
          </p:pic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61738F67-F841-DE42-B53F-A15AB7EF8263}"/>
                </a:ext>
              </a:extLst>
            </p:cNvPr>
            <p:cNvGrpSpPr/>
            <p:nvPr/>
          </p:nvGrpSpPr>
          <p:grpSpPr>
            <a:xfrm>
              <a:off x="12596752" y="4895098"/>
              <a:ext cx="2735151" cy="1280928"/>
              <a:chOff x="12596752" y="4090029"/>
              <a:chExt cx="2735151" cy="1280928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4763862F-B08E-3A4A-B63B-0F08304B80A9}"/>
                  </a:ext>
                </a:extLst>
              </p:cNvPr>
              <p:cNvSpPr/>
              <p:nvPr/>
            </p:nvSpPr>
            <p:spPr>
              <a:xfrm>
                <a:off x="12596752" y="4090029"/>
                <a:ext cx="2735151" cy="1280928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DD6367C-0588-7B43-B808-760C7B6E2CA8}"/>
                  </a:ext>
                </a:extLst>
              </p:cNvPr>
              <p:cNvSpPr txBox="1"/>
              <p:nvPr/>
            </p:nvSpPr>
            <p:spPr>
              <a:xfrm>
                <a:off x="12962943" y="4218828"/>
                <a:ext cx="2368960" cy="169277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/>
              <a:p>
                <a:pPr marL="0" indent="0" algn="l">
                  <a:buNone/>
                </a:pPr>
                <a:r>
                  <a:rPr lang="en-US" sz="2200">
                    <a:solidFill>
                      <a:schemeClr val="accent2"/>
                    </a:solidFill>
                    <a:latin typeface="Arial" charset="0"/>
                    <a:ea typeface="Arial" charset="0"/>
                    <a:cs typeface="Arial" charset="0"/>
                  </a:rPr>
                  <a:t>TIP: Crop Image</a:t>
                </a:r>
              </a:p>
            </p:txBody>
          </p:sp>
          <p:pic>
            <p:nvPicPr>
              <p:cNvPr id="29" name="Graphic 28">
                <a:extLst>
                  <a:ext uri="{FF2B5EF4-FFF2-40B4-BE49-F238E27FC236}">
                    <a16:creationId xmlns:a16="http://schemas.microsoft.com/office/drawing/2014/main" id="{8EFBD302-5FB8-0241-8B29-359EEE31960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2756975" y="4229111"/>
                <a:ext cx="155227" cy="155227"/>
              </a:xfrm>
              <a:prstGeom prst="rect">
                <a:avLst/>
              </a:prstGeom>
            </p:spPr>
          </p:pic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43F54A8-F6DF-774C-9ABE-A2BD51A7AF06}"/>
                  </a:ext>
                </a:extLst>
              </p:cNvPr>
              <p:cNvSpPr txBox="1"/>
              <p:nvPr/>
            </p:nvSpPr>
            <p:spPr>
              <a:xfrm>
                <a:off x="12756975" y="4483012"/>
                <a:ext cx="2384904" cy="680956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defPPr>
                  <a:defRPr lang="en-US"/>
                </a:defPPr>
                <a:lvl1pPr lvl="0">
                  <a:spcBef>
                    <a:spcPts val="1000"/>
                  </a:spcBef>
                  <a:spcAft>
                    <a:spcPts val="300"/>
                  </a:spcAft>
                  <a:defRPr sz="1050" b="0" cap="none" spc="0" baseline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defRPr>
                </a:lvl1pPr>
                <a:lvl2pPr marL="134938" lvl="1" indent="-131763">
                  <a:lnSpc>
                    <a:spcPct val="90000"/>
                  </a:lnSpc>
                  <a:spcAft>
                    <a:spcPts val="300"/>
                  </a:spcAft>
                  <a:buFont typeface="Wingdings" pitchFamily="2" charset="2"/>
                  <a:buChar char="§"/>
                  <a:tabLst/>
                  <a:defRPr sz="90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defRPr>
                </a:lvl2pPr>
                <a:lvl3pPr marL="11113" lvl="2" indent="0">
                  <a:spcBef>
                    <a:spcPts val="300"/>
                  </a:spcBef>
                  <a:buFont typeface="Wingdings" pitchFamily="2" charset="2"/>
                  <a:buNone/>
                  <a:tabLst/>
                  <a:defRPr sz="800">
                    <a:solidFill>
                      <a:schemeClr val="bg1">
                        <a:lumMod val="85000"/>
                      </a:schemeClr>
                    </a:solidFill>
                  </a:defRPr>
                </a:lvl3pPr>
              </a:lstStyle>
              <a:p>
                <a:pPr marL="6350" lvl="1" indent="0">
                  <a:buNone/>
                  <a:defRPr/>
                </a:pPr>
                <a:r>
                  <a:rPr lang="en-US" sz="18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charset="0"/>
                    <a:cs typeface="Arial" charset="0"/>
                  </a:rPr>
                  <a:t>Right-click on the image.</a:t>
                </a:r>
              </a:p>
              <a:p>
                <a:pPr marL="6350" lvl="1" indent="0">
                  <a:buNone/>
                  <a:defRPr/>
                </a:pPr>
                <a:r>
                  <a:rPr lang="en-US" sz="18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charset="0"/>
                    <a:cs typeface="Arial" charset="0"/>
                  </a:rPr>
                  <a:t>Choose “Crop” from the menu. (       )</a:t>
                </a:r>
              </a:p>
              <a:p>
                <a:pPr marL="6350" lvl="1" indent="0">
                  <a:buNone/>
                  <a:defRPr/>
                </a:pPr>
                <a:r>
                  <a:rPr lang="en-US" sz="18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charset="0"/>
                    <a:cs typeface="Arial" charset="0"/>
                  </a:rPr>
                  <a:t>Adjust the size and position of the image.</a:t>
                </a:r>
              </a:p>
              <a:p>
                <a:pPr marL="6350" lvl="1" indent="0">
                  <a:buNone/>
                  <a:defRPr/>
                </a:pPr>
                <a:r>
                  <a:rPr lang="en-US" sz="18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charset="0"/>
                    <a:cs typeface="Arial" charset="0"/>
                  </a:rPr>
                  <a:t>Press Esc or click outside the image area to exit the cropping mode.</a:t>
                </a:r>
              </a:p>
            </p:txBody>
          </p:sp>
          <p:pic>
            <p:nvPicPr>
              <p:cNvPr id="32" name="Picture 31">
                <a:extLst>
                  <a:ext uri="{FF2B5EF4-FFF2-40B4-BE49-F238E27FC236}">
                    <a16:creationId xmlns:a16="http://schemas.microsoft.com/office/drawing/2014/main" id="{556BAB2B-CC37-3343-9E88-87CF2EE18C5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14553978" y="4567445"/>
                <a:ext cx="136897" cy="213643"/>
              </a:xfrm>
              <a:prstGeom prst="rect">
                <a:avLst/>
              </a:prstGeom>
              <a:ln w="19050"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</p:pic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B069F4C-8AD2-9246-B11A-D858D8BD55B6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2577088" y="500436"/>
              <a:ext cx="114706" cy="114706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txBody>
            <a:bodyPr vert="horz" wrap="non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0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1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0CA2CD0A-D65C-EA4B-BD79-7328CBB7BABA}"/>
                </a:ext>
              </a:extLst>
            </p:cNvPr>
            <p:cNvSpPr txBox="1"/>
            <p:nvPr/>
          </p:nvSpPr>
          <p:spPr>
            <a:xfrm>
              <a:off x="12776177" y="1104602"/>
              <a:ext cx="2289935" cy="838691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en-US"/>
              </a:defPPr>
              <a:lvl1pPr lvl="0">
                <a:spcBef>
                  <a:spcPts val="900"/>
                </a:spcBef>
                <a:spcAft>
                  <a:spcPts val="300"/>
                </a:spcAft>
                <a:defRPr sz="800" b="1" cap="all" spc="20" baseline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0" lvl="1" indent="0">
                <a:lnSpc>
                  <a:spcPct val="90000"/>
                </a:lnSpc>
                <a:spcAft>
                  <a:spcPts val="300"/>
                </a:spcAft>
                <a:tabLst/>
                <a:defRPr sz="12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113" lvl="2" indent="0">
                <a:spcBef>
                  <a:spcPts val="300"/>
                </a:spcBef>
                <a:buFont typeface="Wingdings" pitchFamily="2" charset="2"/>
                <a:buNone/>
                <a:tabLst/>
                <a:defRPr sz="800">
                  <a:solidFill>
                    <a:schemeClr val="bg1">
                      <a:lumMod val="85000"/>
                    </a:schemeClr>
                  </a:solidFill>
                </a:defRPr>
              </a:lvl3pPr>
            </a:lstStyle>
            <a:p>
              <a:pPr marL="0" lvl="0" indent="0">
                <a:buFont typeface="Arial" panose="020B0604020202020204" pitchFamily="34" charset="0"/>
                <a:buNone/>
              </a:pPr>
              <a:r>
                <a:rPr lang="en-US" sz="1200"/>
                <a:t>Method 2: </a:t>
              </a:r>
              <a:r>
                <a:rPr lang="en-US" sz="1200" b="0"/>
                <a:t>PLACEHOLDER ICON</a:t>
              </a:r>
            </a:p>
            <a:p>
              <a:pPr lvl="1">
                <a:buNone/>
              </a:pPr>
              <a:r>
                <a:rPr lang="en-US" sz="2100"/>
                <a:t>Click the image icon inside the placeholder to browse for an image. You may need to shift the gradient aside in order to access the placeholder icon.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B577A331-35D8-0E4E-94C4-8D81EC99B7C7}"/>
                </a:ext>
              </a:extLst>
            </p:cNvPr>
            <p:cNvSpPr txBox="1"/>
            <p:nvPr/>
          </p:nvSpPr>
          <p:spPr>
            <a:xfrm>
              <a:off x="12776177" y="2045527"/>
              <a:ext cx="2016492" cy="415499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en-US"/>
              </a:defPPr>
              <a:lvl1pPr lvl="0">
                <a:spcBef>
                  <a:spcPts val="1600"/>
                </a:spcBef>
                <a:spcAft>
                  <a:spcPts val="300"/>
                </a:spcAft>
                <a:defRPr sz="1050" b="0" cap="none" spc="0" baseline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134938" lvl="1" indent="-131763">
                <a:lnSpc>
                  <a:spcPct val="90000"/>
                </a:lnSpc>
                <a:spcAft>
                  <a:spcPts val="300"/>
                </a:spcAft>
                <a:buFont typeface="Wingdings" pitchFamily="2" charset="2"/>
                <a:buChar char="§"/>
                <a:tabLst/>
                <a:defRPr sz="9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113" lvl="2" indent="0">
                <a:spcBef>
                  <a:spcPts val="300"/>
                </a:spcBef>
                <a:buFont typeface="Wingdings" pitchFamily="2" charset="2"/>
                <a:buNone/>
                <a:tabLst/>
                <a:defRPr sz="800">
                  <a:solidFill>
                    <a:schemeClr val="bg1">
                      <a:lumMod val="85000"/>
                    </a:schemeClr>
                  </a:solidFill>
                </a:defRPr>
              </a:lvl3pPr>
            </a:lstStyle>
            <a:p>
              <a:pPr lvl="2"/>
              <a:r>
                <a:rPr lang="en-US" sz="1800"/>
                <a:t>Note: If the photo covers your text after you drop it in, simply right click the photo and select ‘Send to Back’.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563C2DA6-AE93-3E49-87C1-AD34E5C1951B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2577088" y="1111659"/>
              <a:ext cx="114706" cy="114706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txBody>
            <a:bodyPr vert="horz" wrap="non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0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2</a:t>
              </a: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B63CBDF1-AD68-0547-8D1F-E199906767F1}"/>
              </a:ext>
            </a:extLst>
          </p:cNvPr>
          <p:cNvSpPr txBox="1"/>
          <p:nvPr/>
        </p:nvSpPr>
        <p:spPr>
          <a:xfrm>
            <a:off x="0" y="-828422"/>
            <a:ext cx="10963178" cy="468468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accent2"/>
            </a:solidFill>
          </a:ln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spc="1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PLEASE CONTACT CREATIVE SERVICES TO REQUEST ALTERNATIVE IMAGES</a:t>
            </a:r>
          </a:p>
        </p:txBody>
      </p: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39B5817D-3E68-FC42-8BC8-5368E0F6BBC0}"/>
              </a:ext>
            </a:extLst>
          </p:cNvPr>
          <p:cNvCxnSpPr/>
          <p:nvPr/>
        </p:nvCxnSpPr>
        <p:spPr>
          <a:xfrm>
            <a:off x="0" y="12683688"/>
            <a:ext cx="24382413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itle 1">
            <a:extLst>
              <a:ext uri="{FF2B5EF4-FFF2-40B4-BE49-F238E27FC236}">
                <a16:creationId xmlns:a16="http://schemas.microsoft.com/office/drawing/2014/main" id="{932EA5C5-AD39-5F46-8B0F-BD5BBF63B4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7463542"/>
            <a:ext cx="24403920" cy="4560408"/>
          </a:xfrm>
          <a:gradFill>
            <a:gsLst>
              <a:gs pos="0">
                <a:schemeClr val="accent1">
                  <a:alpha val="76666"/>
                </a:schemeClr>
              </a:gs>
              <a:gs pos="100000">
                <a:schemeClr val="accent1"/>
              </a:gs>
            </a:gsLst>
            <a:lin ang="5400000" scaled="1"/>
          </a:gradFill>
          <a:ln w="12700">
            <a:noFill/>
          </a:ln>
        </p:spPr>
        <p:txBody>
          <a:bodyPr lIns="251999" rIns="251999" bIns="0" anchor="ctr"/>
          <a:lstStyle>
            <a:lvl1pPr algn="l">
              <a:lnSpc>
                <a:spcPct val="90000"/>
              </a:lnSpc>
              <a:defRPr sz="8800" b="1" i="0" cap="none" spc="0" baseline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Statement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9BF1E6-6534-7549-9ED0-8ED25057DAD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r>
              <a:rPr lang="en-CA"/>
              <a:t>Date</a:t>
            </a:r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27706AC-0D66-964B-8334-ADADEB20FFA5}"/>
              </a:ext>
            </a:extLst>
          </p:cNvPr>
          <p:cNvGrpSpPr/>
          <p:nvPr userDrawn="1"/>
        </p:nvGrpSpPr>
        <p:grpSpPr>
          <a:xfrm>
            <a:off x="24988403" y="304801"/>
            <a:ext cx="5748046" cy="12741968"/>
            <a:chOff x="12457693" y="0"/>
            <a:chExt cx="2874210" cy="6370984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7226BCD5-6197-C147-84BE-E55BE531F9EA}"/>
                </a:ext>
              </a:extLst>
            </p:cNvPr>
            <p:cNvSpPr/>
            <p:nvPr userDrawn="1"/>
          </p:nvSpPr>
          <p:spPr>
            <a:xfrm>
              <a:off x="12457693" y="0"/>
              <a:ext cx="2798651" cy="6370984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360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F2B8CE9-EE6E-8848-BF3A-E118AE1C8D5F}"/>
                </a:ext>
              </a:extLst>
            </p:cNvPr>
            <p:cNvSpPr txBox="1"/>
            <p:nvPr userDrawn="1"/>
          </p:nvSpPr>
          <p:spPr>
            <a:xfrm>
              <a:off x="12613762" y="150289"/>
              <a:ext cx="1624942" cy="169277"/>
            </a:xfrm>
            <a:prstGeom prst="rect">
              <a:avLst/>
            </a:prstGeom>
          </p:spPr>
          <p:txBody>
            <a:bodyPr vert="horz" wrap="none" lIns="0" tIns="0" rIns="0" bIns="0" rtlCol="0" anchor="t">
              <a:spAutoFit/>
            </a:bodyPr>
            <a:lstStyle>
              <a:defPPr>
                <a:defRPr lang="en-US"/>
              </a:defPPr>
              <a:lvl1pPr>
                <a:defRPr sz="110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defRPr>
              </a:lvl1pPr>
            </a:lstStyle>
            <a:p>
              <a:pPr marL="0" lvl="0" indent="0">
                <a:buNone/>
              </a:pPr>
              <a:r>
                <a:rPr lang="en-US" sz="2200">
                  <a:solidFill>
                    <a:schemeClr val="bg1"/>
                  </a:solidFill>
                </a:rPr>
                <a:t>HOW TO ADD AN IMAGE</a:t>
              </a:r>
            </a:p>
          </p:txBody>
        </p: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14AD024C-3309-C84E-8972-F76E23C2455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613762" y="352906"/>
              <a:ext cx="1755381" cy="0"/>
            </a:xfrm>
            <a:prstGeom prst="line">
              <a:avLst/>
            </a:prstGeom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55237DE5-6ADB-9E44-99B3-A5C7E8EF2F75}"/>
                </a:ext>
              </a:extLst>
            </p:cNvPr>
            <p:cNvSpPr txBox="1"/>
            <p:nvPr userDrawn="1"/>
          </p:nvSpPr>
          <p:spPr>
            <a:xfrm>
              <a:off x="12776177" y="496513"/>
              <a:ext cx="2297338" cy="402418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en-US"/>
              </a:defPPr>
              <a:lvl1pPr lvl="0">
                <a:spcBef>
                  <a:spcPts val="900"/>
                </a:spcBef>
                <a:spcAft>
                  <a:spcPts val="300"/>
                </a:spcAft>
                <a:defRPr sz="800" b="1" cap="all" spc="20" baseline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0" lvl="1" indent="0">
                <a:lnSpc>
                  <a:spcPct val="90000"/>
                </a:lnSpc>
                <a:spcAft>
                  <a:spcPts val="300"/>
                </a:spcAft>
                <a:tabLst/>
                <a:defRPr sz="12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113" lvl="2" indent="0">
                <a:spcBef>
                  <a:spcPts val="300"/>
                </a:spcBef>
                <a:buFont typeface="Wingdings" pitchFamily="2" charset="2"/>
                <a:buNone/>
                <a:tabLst/>
                <a:defRPr sz="800">
                  <a:solidFill>
                    <a:schemeClr val="bg1">
                      <a:lumMod val="85000"/>
                    </a:schemeClr>
                  </a:solidFill>
                </a:defRPr>
              </a:lvl3pPr>
            </a:lstStyle>
            <a:p>
              <a:pPr marL="0" lvl="0" indent="0">
                <a:buFont typeface="Arial" panose="020B0604020202020204" pitchFamily="34" charset="0"/>
                <a:buNone/>
              </a:pPr>
              <a:r>
                <a:rPr lang="en-US" sz="1200" b="1"/>
                <a:t>Method 1: </a:t>
              </a:r>
              <a:r>
                <a:rPr lang="en-US" sz="1200" b="0"/>
                <a:t>DRAG &amp; DROP</a:t>
              </a:r>
            </a:p>
            <a:p>
              <a:pPr lvl="1">
                <a:buNone/>
              </a:pPr>
              <a:r>
                <a:rPr lang="en-US" sz="2100"/>
                <a:t>On an empty master layout, drag and drop an image onto the slide.</a:t>
              </a:r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5F7BD434-8C1F-C141-922D-715B1ED0331E}"/>
                </a:ext>
              </a:extLst>
            </p:cNvPr>
            <p:cNvGrpSpPr/>
            <p:nvPr userDrawn="1"/>
          </p:nvGrpSpPr>
          <p:grpSpPr>
            <a:xfrm>
              <a:off x="12596752" y="2653788"/>
              <a:ext cx="2735151" cy="2087177"/>
              <a:chOff x="12596752" y="5446684"/>
              <a:chExt cx="2735151" cy="2087177"/>
            </a:xfrm>
          </p:grpSpPr>
          <p:grpSp>
            <p:nvGrpSpPr>
              <p:cNvPr id="53" name="Group 52">
                <a:extLst>
                  <a:ext uri="{FF2B5EF4-FFF2-40B4-BE49-F238E27FC236}">
                    <a16:creationId xmlns:a16="http://schemas.microsoft.com/office/drawing/2014/main" id="{32D6381E-95FF-AA44-9F0C-9A9609F8FC12}"/>
                  </a:ext>
                </a:extLst>
              </p:cNvPr>
              <p:cNvGrpSpPr/>
              <p:nvPr userDrawn="1"/>
            </p:nvGrpSpPr>
            <p:grpSpPr>
              <a:xfrm>
                <a:off x="12596752" y="5446684"/>
                <a:ext cx="2735151" cy="2087177"/>
                <a:chOff x="12596752" y="3550835"/>
                <a:chExt cx="2735151" cy="2087177"/>
              </a:xfrm>
            </p:grpSpPr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7926D35B-A94F-8F44-9C97-17D50DADDB4E}"/>
                    </a:ext>
                  </a:extLst>
                </p:cNvPr>
                <p:cNvSpPr/>
                <p:nvPr userDrawn="1"/>
              </p:nvSpPr>
              <p:spPr>
                <a:xfrm>
                  <a:off x="12596752" y="3550835"/>
                  <a:ext cx="2735151" cy="2087177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3600"/>
                </a:p>
              </p:txBody>
            </p:sp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57B55D9C-E853-8949-AF23-F5D9D971760F}"/>
                    </a:ext>
                  </a:extLst>
                </p:cNvPr>
                <p:cNvSpPr txBox="1"/>
                <p:nvPr userDrawn="1"/>
              </p:nvSpPr>
              <p:spPr>
                <a:xfrm>
                  <a:off x="12771990" y="4875845"/>
                  <a:ext cx="2422981" cy="498598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t">
                  <a:spAutoFit/>
                </a:bodyPr>
                <a:lstStyle/>
                <a:p>
                  <a:pPr marL="6350" lvl="1" indent="0" algn="l" defTabSz="1828709" rtl="0" eaLnBrk="1" latinLnBrk="0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None/>
                    <a:tabLst/>
                    <a:defRPr/>
                  </a:pPr>
                  <a:r>
                    <a:rPr lang="en-US" sz="1800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Deleting the image may bring the image placeholder to the top layer, covering your text. Right-click on the placeholder and choose “Send to Back”.</a:t>
                  </a:r>
                </a:p>
              </p:txBody>
            </p:sp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A77667D6-0784-7847-82B5-2814E2BA1BB2}"/>
                    </a:ext>
                  </a:extLst>
                </p:cNvPr>
                <p:cNvSpPr txBox="1"/>
                <p:nvPr userDrawn="1"/>
              </p:nvSpPr>
              <p:spPr>
                <a:xfrm>
                  <a:off x="12771991" y="3940775"/>
                  <a:ext cx="2156990" cy="856645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t">
                  <a:spAutoFit/>
                </a:bodyPr>
                <a:lstStyle/>
                <a:p>
                  <a:pPr marL="0" indent="0" algn="l" defTabSz="1828709" rtl="0" eaLnBrk="1" latinLnBrk="0" hangingPunct="1">
                    <a:spcBef>
                      <a:spcPts val="400"/>
                    </a:spcBef>
                    <a:buNone/>
                  </a:pPr>
                  <a:r>
                    <a:rPr lang="en-US" sz="1800" b="1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First, delete the existing image to reset the photo placeholder functionality. </a:t>
                  </a:r>
                  <a:r>
                    <a:rPr lang="en-US" sz="1800" b="0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You may need to shift the gradient aside in order to do this. </a:t>
                  </a:r>
                </a:p>
                <a:p>
                  <a:pPr marL="0" indent="0" algn="l" defTabSz="1828709" rtl="0" eaLnBrk="1" latinLnBrk="0" hangingPunct="1">
                    <a:spcBef>
                      <a:spcPts val="400"/>
                    </a:spcBef>
                    <a:buNone/>
                  </a:pPr>
                  <a:r>
                    <a:rPr lang="en-US" sz="1800" b="0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Second, use one of the methods outlined above to add a new photo. </a:t>
                  </a:r>
                </a:p>
              </p:txBody>
            </p:sp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4DCD5C07-C124-BF4F-8990-84A83650D8E3}"/>
                    </a:ext>
                  </a:extLst>
                </p:cNvPr>
                <p:cNvSpPr txBox="1"/>
                <p:nvPr userDrawn="1"/>
              </p:nvSpPr>
              <p:spPr>
                <a:xfrm>
                  <a:off x="12771990" y="5385156"/>
                  <a:ext cx="2422981" cy="138500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t">
                  <a:spAutoFit/>
                </a:bodyPr>
                <a:lstStyle/>
                <a:p>
                  <a:pPr marL="0" indent="0" algn="l" defTabSz="1828709" rtl="0" eaLnBrk="1" latinLnBrk="0" hangingPunct="1">
                    <a:spcBef>
                      <a:spcPts val="400"/>
                    </a:spcBef>
                    <a:buNone/>
                  </a:pPr>
                  <a:r>
                    <a:rPr lang="en-US" sz="1800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You can now add a new image as normal.</a:t>
                  </a:r>
                </a:p>
              </p:txBody>
            </p:sp>
          </p:grp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498DC3E5-450A-BF43-8B58-C9D7DCFDC66F}"/>
                  </a:ext>
                </a:extLst>
              </p:cNvPr>
              <p:cNvSpPr txBox="1"/>
              <p:nvPr userDrawn="1"/>
            </p:nvSpPr>
            <p:spPr>
              <a:xfrm>
                <a:off x="12962943" y="5575485"/>
                <a:ext cx="2368960" cy="169277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/>
              <a:p>
                <a:pPr marL="0" indent="0" algn="l">
                  <a:buNone/>
                </a:pPr>
                <a:r>
                  <a:rPr lang="en-US" sz="2200">
                    <a:solidFill>
                      <a:schemeClr val="accent2"/>
                    </a:solidFill>
                    <a:latin typeface="Arial" charset="0"/>
                    <a:ea typeface="Arial" charset="0"/>
                    <a:cs typeface="Arial" charset="0"/>
                  </a:rPr>
                  <a:t>TIP: Change Image</a:t>
                </a:r>
              </a:p>
            </p:txBody>
          </p:sp>
          <p:pic>
            <p:nvPicPr>
              <p:cNvPr id="55" name="Graphic 54">
                <a:extLst>
                  <a:ext uri="{FF2B5EF4-FFF2-40B4-BE49-F238E27FC236}">
                    <a16:creationId xmlns:a16="http://schemas.microsoft.com/office/drawing/2014/main" id="{452A3B19-B97F-A241-8CC7-0D24ACEAFA4F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2756975" y="5585768"/>
                <a:ext cx="155227" cy="155227"/>
              </a:xfrm>
              <a:prstGeom prst="rect">
                <a:avLst/>
              </a:prstGeom>
            </p:spPr>
          </p:pic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45E333AB-A172-1B41-80D0-E83E34699F8F}"/>
                </a:ext>
              </a:extLst>
            </p:cNvPr>
            <p:cNvGrpSpPr/>
            <p:nvPr userDrawn="1"/>
          </p:nvGrpSpPr>
          <p:grpSpPr>
            <a:xfrm>
              <a:off x="12596752" y="4895098"/>
              <a:ext cx="2735151" cy="1280928"/>
              <a:chOff x="12596752" y="4090029"/>
              <a:chExt cx="2735151" cy="1280928"/>
            </a:xfrm>
          </p:grpSpPr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84A2EA2D-63AB-B34B-871A-74F4A524753F}"/>
                  </a:ext>
                </a:extLst>
              </p:cNvPr>
              <p:cNvSpPr/>
              <p:nvPr userDrawn="1"/>
            </p:nvSpPr>
            <p:spPr>
              <a:xfrm>
                <a:off x="12596752" y="4090029"/>
                <a:ext cx="2735151" cy="1280928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/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131AC90F-B72D-A741-B171-70A65C59254D}"/>
                  </a:ext>
                </a:extLst>
              </p:cNvPr>
              <p:cNvSpPr txBox="1"/>
              <p:nvPr userDrawn="1"/>
            </p:nvSpPr>
            <p:spPr>
              <a:xfrm>
                <a:off x="12962943" y="4218828"/>
                <a:ext cx="2368960" cy="169277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/>
              <a:p>
                <a:pPr marL="0" indent="0" algn="l">
                  <a:buNone/>
                </a:pPr>
                <a:r>
                  <a:rPr lang="en-US" sz="2200">
                    <a:solidFill>
                      <a:schemeClr val="accent2"/>
                    </a:solidFill>
                    <a:latin typeface="Arial" charset="0"/>
                    <a:ea typeface="Arial" charset="0"/>
                    <a:cs typeface="Arial" charset="0"/>
                  </a:rPr>
                  <a:t>TIP: Crop Image</a:t>
                </a:r>
              </a:p>
            </p:txBody>
          </p:sp>
          <p:pic>
            <p:nvPicPr>
              <p:cNvPr id="50" name="Graphic 49">
                <a:extLst>
                  <a:ext uri="{FF2B5EF4-FFF2-40B4-BE49-F238E27FC236}">
                    <a16:creationId xmlns:a16="http://schemas.microsoft.com/office/drawing/2014/main" id="{B068CF02-B572-6E45-BF94-82592F8F58FE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2756975" y="4229111"/>
                <a:ext cx="155227" cy="155227"/>
              </a:xfrm>
              <a:prstGeom prst="rect">
                <a:avLst/>
              </a:prstGeom>
            </p:spPr>
          </p:pic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8D0653E2-8456-5B42-B1A0-773C62101C37}"/>
                  </a:ext>
                </a:extLst>
              </p:cNvPr>
              <p:cNvSpPr txBox="1"/>
              <p:nvPr userDrawn="1"/>
            </p:nvSpPr>
            <p:spPr>
              <a:xfrm>
                <a:off x="12756975" y="4483012"/>
                <a:ext cx="2384904" cy="680956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defPPr>
                  <a:defRPr lang="en-US"/>
                </a:defPPr>
                <a:lvl1pPr lvl="0">
                  <a:spcBef>
                    <a:spcPts val="1000"/>
                  </a:spcBef>
                  <a:spcAft>
                    <a:spcPts val="300"/>
                  </a:spcAft>
                  <a:defRPr sz="1050" b="0" cap="none" spc="0" baseline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defRPr>
                </a:lvl1pPr>
                <a:lvl2pPr marL="134938" lvl="1" indent="-131763">
                  <a:lnSpc>
                    <a:spcPct val="90000"/>
                  </a:lnSpc>
                  <a:spcAft>
                    <a:spcPts val="300"/>
                  </a:spcAft>
                  <a:buFont typeface="Wingdings" pitchFamily="2" charset="2"/>
                  <a:buChar char="§"/>
                  <a:tabLst/>
                  <a:defRPr sz="90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defRPr>
                </a:lvl2pPr>
                <a:lvl3pPr marL="11113" lvl="2" indent="0">
                  <a:spcBef>
                    <a:spcPts val="300"/>
                  </a:spcBef>
                  <a:buFont typeface="Wingdings" pitchFamily="2" charset="2"/>
                  <a:buNone/>
                  <a:tabLst/>
                  <a:defRPr sz="800">
                    <a:solidFill>
                      <a:schemeClr val="bg1">
                        <a:lumMod val="85000"/>
                      </a:schemeClr>
                    </a:solidFill>
                  </a:defRPr>
                </a:lvl3pPr>
              </a:lstStyle>
              <a:p>
                <a:pPr marL="6350" lvl="1" indent="0">
                  <a:buNone/>
                  <a:defRPr/>
                </a:pPr>
                <a:r>
                  <a:rPr lang="en-US" sz="18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charset="0"/>
                    <a:cs typeface="Arial" charset="0"/>
                  </a:rPr>
                  <a:t>Right-click on the image.</a:t>
                </a:r>
              </a:p>
              <a:p>
                <a:pPr marL="6350" lvl="1" indent="0">
                  <a:buNone/>
                  <a:defRPr/>
                </a:pPr>
                <a:r>
                  <a:rPr lang="en-US" sz="18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charset="0"/>
                    <a:cs typeface="Arial" charset="0"/>
                  </a:rPr>
                  <a:t>Choose “Crop” from the menu. (       )</a:t>
                </a:r>
              </a:p>
              <a:p>
                <a:pPr marL="6350" lvl="1" indent="0">
                  <a:buNone/>
                  <a:defRPr/>
                </a:pPr>
                <a:r>
                  <a:rPr lang="en-US" sz="18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charset="0"/>
                    <a:cs typeface="Arial" charset="0"/>
                  </a:rPr>
                  <a:t>Adjust the size and position of the image.</a:t>
                </a:r>
              </a:p>
              <a:p>
                <a:pPr marL="6350" lvl="1" indent="0">
                  <a:buNone/>
                  <a:defRPr/>
                </a:pPr>
                <a:r>
                  <a:rPr lang="en-US" sz="18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charset="0"/>
                    <a:cs typeface="Arial" charset="0"/>
                  </a:rPr>
                  <a:t>Press Esc or click outside the image area to exit the cropping mode.</a:t>
                </a:r>
              </a:p>
            </p:txBody>
          </p:sp>
          <p:pic>
            <p:nvPicPr>
              <p:cNvPr id="52" name="Picture 51">
                <a:extLst>
                  <a:ext uri="{FF2B5EF4-FFF2-40B4-BE49-F238E27FC236}">
                    <a16:creationId xmlns:a16="http://schemas.microsoft.com/office/drawing/2014/main" id="{63D9F3AC-E10D-834E-A7EC-55A2288D3CA1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4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14553978" y="4567445"/>
                <a:ext cx="136897" cy="213643"/>
              </a:xfrm>
              <a:prstGeom prst="rect">
                <a:avLst/>
              </a:prstGeom>
              <a:ln w="19050"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</p:pic>
        </p:grp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CBE6B064-B666-684E-881C-6A8792161A34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12577088" y="500436"/>
              <a:ext cx="114706" cy="114706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txBody>
            <a:bodyPr vert="horz" wrap="non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0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1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93710592-F121-3945-8107-38AE750C2C57}"/>
                </a:ext>
              </a:extLst>
            </p:cNvPr>
            <p:cNvSpPr txBox="1"/>
            <p:nvPr userDrawn="1"/>
          </p:nvSpPr>
          <p:spPr>
            <a:xfrm>
              <a:off x="12776177" y="1104602"/>
              <a:ext cx="2289935" cy="838691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en-US"/>
              </a:defPPr>
              <a:lvl1pPr lvl="0">
                <a:spcBef>
                  <a:spcPts val="900"/>
                </a:spcBef>
                <a:spcAft>
                  <a:spcPts val="300"/>
                </a:spcAft>
                <a:defRPr sz="800" b="1" cap="all" spc="20" baseline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0" lvl="1" indent="0">
                <a:lnSpc>
                  <a:spcPct val="90000"/>
                </a:lnSpc>
                <a:spcAft>
                  <a:spcPts val="300"/>
                </a:spcAft>
                <a:tabLst/>
                <a:defRPr sz="12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113" lvl="2" indent="0">
                <a:spcBef>
                  <a:spcPts val="300"/>
                </a:spcBef>
                <a:buFont typeface="Wingdings" pitchFamily="2" charset="2"/>
                <a:buNone/>
                <a:tabLst/>
                <a:defRPr sz="800">
                  <a:solidFill>
                    <a:schemeClr val="bg1">
                      <a:lumMod val="85000"/>
                    </a:schemeClr>
                  </a:solidFill>
                </a:defRPr>
              </a:lvl3pPr>
            </a:lstStyle>
            <a:p>
              <a:pPr marL="0" lvl="0" indent="0">
                <a:buFont typeface="Arial" panose="020B0604020202020204" pitchFamily="34" charset="0"/>
                <a:buNone/>
              </a:pPr>
              <a:r>
                <a:rPr lang="en-US" sz="1200"/>
                <a:t>Method 2: </a:t>
              </a:r>
              <a:r>
                <a:rPr lang="en-US" sz="1200" b="0"/>
                <a:t>PLACEHOLDER ICON</a:t>
              </a:r>
            </a:p>
            <a:p>
              <a:pPr lvl="1">
                <a:buNone/>
              </a:pPr>
              <a:r>
                <a:rPr lang="en-US" sz="2100"/>
                <a:t>Click the image icon inside the placeholder to browse for an image. You may need to shift the gradient aside in order to access the placeholder icon.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34D6E2CA-CC5A-4940-9FEA-5B6E56A58FDC}"/>
                </a:ext>
              </a:extLst>
            </p:cNvPr>
            <p:cNvSpPr txBox="1"/>
            <p:nvPr userDrawn="1"/>
          </p:nvSpPr>
          <p:spPr>
            <a:xfrm>
              <a:off x="12776177" y="2045527"/>
              <a:ext cx="2016492" cy="415499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en-US"/>
              </a:defPPr>
              <a:lvl1pPr lvl="0">
                <a:spcBef>
                  <a:spcPts val="1600"/>
                </a:spcBef>
                <a:spcAft>
                  <a:spcPts val="300"/>
                </a:spcAft>
                <a:defRPr sz="1050" b="0" cap="none" spc="0" baseline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134938" lvl="1" indent="-131763">
                <a:lnSpc>
                  <a:spcPct val="90000"/>
                </a:lnSpc>
                <a:spcAft>
                  <a:spcPts val="300"/>
                </a:spcAft>
                <a:buFont typeface="Wingdings" pitchFamily="2" charset="2"/>
                <a:buChar char="§"/>
                <a:tabLst/>
                <a:defRPr sz="9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113" lvl="2" indent="0">
                <a:spcBef>
                  <a:spcPts val="300"/>
                </a:spcBef>
                <a:buFont typeface="Wingdings" pitchFamily="2" charset="2"/>
                <a:buNone/>
                <a:tabLst/>
                <a:defRPr sz="800">
                  <a:solidFill>
                    <a:schemeClr val="bg1">
                      <a:lumMod val="85000"/>
                    </a:schemeClr>
                  </a:solidFill>
                </a:defRPr>
              </a:lvl3pPr>
            </a:lstStyle>
            <a:p>
              <a:pPr lvl="2"/>
              <a:r>
                <a:rPr lang="en-US" sz="1800"/>
                <a:t>Note: If the photo covers your text after you drop it in, simply right click the photo and select ‘Send to Back’.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8D069592-3254-244A-89A1-22876FD0ECEA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12577088" y="1111659"/>
              <a:ext cx="114706" cy="114706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txBody>
            <a:bodyPr vert="horz" wrap="non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0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2</a:t>
              </a:r>
            </a:p>
          </p:txBody>
        </p:sp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B78772CC-C0F6-C849-A6AD-9D606DF7C41D}"/>
              </a:ext>
            </a:extLst>
          </p:cNvPr>
          <p:cNvSpPr txBox="1"/>
          <p:nvPr userDrawn="1"/>
        </p:nvSpPr>
        <p:spPr>
          <a:xfrm>
            <a:off x="0" y="-828422"/>
            <a:ext cx="10963178" cy="468468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accent2"/>
            </a:solidFill>
          </a:ln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spc="1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PLEASE CONTACT CREATIVE SERVICES TO REQUEST ALTERNATIVE IMAGES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1D292416-07A1-5C46-B5A0-623EB8F5C6C4}"/>
              </a:ext>
            </a:extLst>
          </p:cNvPr>
          <p:cNvCxnSpPr/>
          <p:nvPr userDrawn="1"/>
        </p:nvCxnSpPr>
        <p:spPr>
          <a:xfrm>
            <a:off x="0" y="12683688"/>
            <a:ext cx="24382413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39100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&amp; Supporting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C91952AE-6861-7D4C-A679-7ED17406D24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auto">
          <a:xfrm>
            <a:off x="19915808" y="1090245"/>
            <a:ext cx="4466605" cy="10991838"/>
          </a:xfrm>
          <a:custGeom>
            <a:avLst/>
            <a:gdLst>
              <a:gd name="connsiteX0" fmla="*/ 312822 w 2233448"/>
              <a:gd name="connsiteY0" fmla="*/ 0 h 5495919"/>
              <a:gd name="connsiteX1" fmla="*/ 568770 w 2233448"/>
              <a:gd name="connsiteY1" fmla="*/ 0 h 5495919"/>
              <a:gd name="connsiteX2" fmla="*/ 568770 w 2233448"/>
              <a:gd name="connsiteY2" fmla="*/ 96713 h 5495919"/>
              <a:gd name="connsiteX3" fmla="*/ 671350 w 2233448"/>
              <a:gd name="connsiteY3" fmla="*/ 199293 h 5495919"/>
              <a:gd name="connsiteX4" fmla="*/ 1820205 w 2233448"/>
              <a:gd name="connsiteY4" fmla="*/ 199293 h 5495919"/>
              <a:gd name="connsiteX5" fmla="*/ 1922785 w 2233448"/>
              <a:gd name="connsiteY5" fmla="*/ 96713 h 5495919"/>
              <a:gd name="connsiteX6" fmla="*/ 1922785 w 2233448"/>
              <a:gd name="connsiteY6" fmla="*/ 0 h 5495919"/>
              <a:gd name="connsiteX7" fmla="*/ 2233448 w 2233448"/>
              <a:gd name="connsiteY7" fmla="*/ 0 h 5495919"/>
              <a:gd name="connsiteX8" fmla="*/ 2233448 w 2233448"/>
              <a:gd name="connsiteY8" fmla="*/ 5495919 h 5495919"/>
              <a:gd name="connsiteX9" fmla="*/ 312822 w 2233448"/>
              <a:gd name="connsiteY9" fmla="*/ 5495919 h 5495919"/>
              <a:gd name="connsiteX10" fmla="*/ 0 w 2233448"/>
              <a:gd name="connsiteY10" fmla="*/ 5183097 h 5495919"/>
              <a:gd name="connsiteX11" fmla="*/ 0 w 2233448"/>
              <a:gd name="connsiteY11" fmla="*/ 312822 h 5495919"/>
              <a:gd name="connsiteX12" fmla="*/ 312822 w 2233448"/>
              <a:gd name="connsiteY12" fmla="*/ 0 h 5495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233448" h="5495919">
                <a:moveTo>
                  <a:pt x="312822" y="0"/>
                </a:moveTo>
                <a:lnTo>
                  <a:pt x="568770" y="0"/>
                </a:lnTo>
                <a:lnTo>
                  <a:pt x="568770" y="96713"/>
                </a:lnTo>
                <a:cubicBezTo>
                  <a:pt x="568770" y="153366"/>
                  <a:pt x="614697" y="199293"/>
                  <a:pt x="671350" y="199293"/>
                </a:cubicBezTo>
                <a:lnTo>
                  <a:pt x="1820205" y="199293"/>
                </a:lnTo>
                <a:cubicBezTo>
                  <a:pt x="1876858" y="199293"/>
                  <a:pt x="1922785" y="153366"/>
                  <a:pt x="1922785" y="96713"/>
                </a:cubicBezTo>
                <a:lnTo>
                  <a:pt x="1922785" y="0"/>
                </a:lnTo>
                <a:lnTo>
                  <a:pt x="2233448" y="0"/>
                </a:lnTo>
                <a:lnTo>
                  <a:pt x="2233448" y="5495919"/>
                </a:lnTo>
                <a:lnTo>
                  <a:pt x="312822" y="5495919"/>
                </a:lnTo>
                <a:cubicBezTo>
                  <a:pt x="140055" y="5495919"/>
                  <a:pt x="0" y="5355864"/>
                  <a:pt x="0" y="5183097"/>
                </a:cubicBezTo>
                <a:lnTo>
                  <a:pt x="0" y="312822"/>
                </a:lnTo>
                <a:cubicBezTo>
                  <a:pt x="0" y="140055"/>
                  <a:pt x="140055" y="0"/>
                  <a:pt x="312822" y="0"/>
                </a:cubicBezTo>
                <a:close/>
              </a:path>
            </a:pathLst>
          </a:cu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80000" rIns="251999" anchor="ctr">
            <a:noAutofit/>
          </a:bodyPr>
          <a:lstStyle>
            <a:lvl1pPr marL="0" indent="0">
              <a:buNone/>
              <a:defRPr sz="4000"/>
            </a:lvl1pPr>
          </a:lstStyle>
          <a:p>
            <a:r>
              <a:rPr lang="en-US"/>
              <a:t>Drag image onto slide to fill phone screen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1A19A1-7307-4944-BE1C-F523537652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685" y="304800"/>
            <a:ext cx="5758553" cy="12005540"/>
          </a:xfrm>
        </p:spPr>
        <p:txBody>
          <a:bodyPr anchor="ctr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add slide title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B11D142-2F56-C44C-92D0-D7EA8A9DAB96}"/>
              </a:ext>
            </a:extLst>
          </p:cNvPr>
          <p:cNvCxnSpPr/>
          <p:nvPr/>
        </p:nvCxnSpPr>
        <p:spPr>
          <a:xfrm>
            <a:off x="0" y="12683688"/>
            <a:ext cx="24382413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4" name="Group 73">
            <a:extLst>
              <a:ext uri="{FF2B5EF4-FFF2-40B4-BE49-F238E27FC236}">
                <a16:creationId xmlns:a16="http://schemas.microsoft.com/office/drawing/2014/main" id="{C9E686AA-6EDF-FF48-9476-DD83F7100E37}"/>
              </a:ext>
            </a:extLst>
          </p:cNvPr>
          <p:cNvGrpSpPr/>
          <p:nvPr/>
        </p:nvGrpSpPr>
        <p:grpSpPr>
          <a:xfrm>
            <a:off x="24988403" y="304801"/>
            <a:ext cx="5748046" cy="12741968"/>
            <a:chOff x="12457693" y="0"/>
            <a:chExt cx="2874210" cy="6370984"/>
          </a:xfrm>
        </p:grpSpPr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80AE1A7C-1EB7-E244-8DE3-9EE13BBA15B6}"/>
                </a:ext>
              </a:extLst>
            </p:cNvPr>
            <p:cNvSpPr/>
            <p:nvPr/>
          </p:nvSpPr>
          <p:spPr>
            <a:xfrm>
              <a:off x="12457693" y="0"/>
              <a:ext cx="2798651" cy="6370984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3600"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4FEC5364-347F-A24A-B1B8-ABC46E4248D0}"/>
                </a:ext>
              </a:extLst>
            </p:cNvPr>
            <p:cNvSpPr txBox="1"/>
            <p:nvPr/>
          </p:nvSpPr>
          <p:spPr>
            <a:xfrm>
              <a:off x="12613762" y="150289"/>
              <a:ext cx="1624942" cy="169277"/>
            </a:xfrm>
            <a:prstGeom prst="rect">
              <a:avLst/>
            </a:prstGeom>
          </p:spPr>
          <p:txBody>
            <a:bodyPr vert="horz" wrap="none" lIns="0" tIns="0" rIns="0" bIns="0" rtlCol="0" anchor="t">
              <a:spAutoFit/>
            </a:bodyPr>
            <a:lstStyle>
              <a:defPPr>
                <a:defRPr lang="en-US"/>
              </a:defPPr>
              <a:lvl1pPr>
                <a:defRPr sz="110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defRPr>
              </a:lvl1pPr>
            </a:lstStyle>
            <a:p>
              <a:pPr marL="0" lvl="0" indent="0">
                <a:buNone/>
              </a:pPr>
              <a:r>
                <a:rPr lang="en-US" sz="2200">
                  <a:solidFill>
                    <a:schemeClr val="bg1"/>
                  </a:solidFill>
                </a:rPr>
                <a:t>HOW TO ADD AN IMAGE</a:t>
              </a:r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666901DA-7F55-BA47-A660-CAD72EEFE971}"/>
                </a:ext>
              </a:extLst>
            </p:cNvPr>
            <p:cNvCxnSpPr>
              <a:cxnSpLocks/>
            </p:cNvCxnSpPr>
            <p:nvPr/>
          </p:nvCxnSpPr>
          <p:spPr>
            <a:xfrm>
              <a:off x="12613762" y="352906"/>
              <a:ext cx="1755381" cy="0"/>
            </a:xfrm>
            <a:prstGeom prst="line">
              <a:avLst/>
            </a:prstGeom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478FDDD2-5858-A446-9B0E-1C063E0B4502}"/>
                </a:ext>
              </a:extLst>
            </p:cNvPr>
            <p:cNvSpPr txBox="1"/>
            <p:nvPr/>
          </p:nvSpPr>
          <p:spPr>
            <a:xfrm>
              <a:off x="12776177" y="496513"/>
              <a:ext cx="2297338" cy="402418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en-US"/>
              </a:defPPr>
              <a:lvl1pPr lvl="0">
                <a:spcBef>
                  <a:spcPts val="900"/>
                </a:spcBef>
                <a:spcAft>
                  <a:spcPts val="300"/>
                </a:spcAft>
                <a:defRPr sz="800" b="1" cap="all" spc="20" baseline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0" lvl="1" indent="0">
                <a:lnSpc>
                  <a:spcPct val="90000"/>
                </a:lnSpc>
                <a:spcAft>
                  <a:spcPts val="300"/>
                </a:spcAft>
                <a:tabLst/>
                <a:defRPr sz="12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113" lvl="2" indent="0">
                <a:spcBef>
                  <a:spcPts val="300"/>
                </a:spcBef>
                <a:buFont typeface="Wingdings" pitchFamily="2" charset="2"/>
                <a:buNone/>
                <a:tabLst/>
                <a:defRPr sz="800">
                  <a:solidFill>
                    <a:schemeClr val="bg1">
                      <a:lumMod val="85000"/>
                    </a:schemeClr>
                  </a:solidFill>
                </a:defRPr>
              </a:lvl3pPr>
            </a:lstStyle>
            <a:p>
              <a:pPr marL="0" lvl="0" indent="0">
                <a:buFont typeface="Arial" panose="020B0604020202020204" pitchFamily="34" charset="0"/>
                <a:buNone/>
              </a:pPr>
              <a:r>
                <a:rPr lang="en-US" sz="1200" b="1"/>
                <a:t>Method 1: </a:t>
              </a:r>
              <a:r>
                <a:rPr lang="en-US" sz="1200" b="0"/>
                <a:t>DRAG &amp; DROP</a:t>
              </a:r>
            </a:p>
            <a:p>
              <a:pPr lvl="1">
                <a:buNone/>
              </a:pPr>
              <a:r>
                <a:rPr lang="en-US" sz="2100"/>
                <a:t>On an empty master layout, drag and drop an image onto the slide.</a:t>
              </a:r>
            </a:p>
          </p:txBody>
        </p: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F9D4316F-8829-C74B-A221-4A7DBA272431}"/>
                </a:ext>
              </a:extLst>
            </p:cNvPr>
            <p:cNvGrpSpPr/>
            <p:nvPr/>
          </p:nvGrpSpPr>
          <p:grpSpPr>
            <a:xfrm>
              <a:off x="12596752" y="2653788"/>
              <a:ext cx="2735151" cy="2087177"/>
              <a:chOff x="12596752" y="5446684"/>
              <a:chExt cx="2735151" cy="2087177"/>
            </a:xfrm>
          </p:grpSpPr>
          <p:grpSp>
            <p:nvGrpSpPr>
              <p:cNvPr id="90" name="Group 89">
                <a:extLst>
                  <a:ext uri="{FF2B5EF4-FFF2-40B4-BE49-F238E27FC236}">
                    <a16:creationId xmlns:a16="http://schemas.microsoft.com/office/drawing/2014/main" id="{50384B02-75E8-144E-8B22-F27459DBF213}"/>
                  </a:ext>
                </a:extLst>
              </p:cNvPr>
              <p:cNvGrpSpPr/>
              <p:nvPr/>
            </p:nvGrpSpPr>
            <p:grpSpPr>
              <a:xfrm>
                <a:off x="12596752" y="5446684"/>
                <a:ext cx="2735151" cy="2087177"/>
                <a:chOff x="12596752" y="3550835"/>
                <a:chExt cx="2735151" cy="2087177"/>
              </a:xfrm>
            </p:grpSpPr>
            <p:sp>
              <p:nvSpPr>
                <p:cNvPr id="93" name="Rectangle 92">
                  <a:extLst>
                    <a:ext uri="{FF2B5EF4-FFF2-40B4-BE49-F238E27FC236}">
                      <a16:creationId xmlns:a16="http://schemas.microsoft.com/office/drawing/2014/main" id="{0F73B797-007D-8F45-9B2F-99A3C206555C}"/>
                    </a:ext>
                  </a:extLst>
                </p:cNvPr>
                <p:cNvSpPr/>
                <p:nvPr/>
              </p:nvSpPr>
              <p:spPr>
                <a:xfrm>
                  <a:off x="12596752" y="3550835"/>
                  <a:ext cx="2735151" cy="2087177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3600"/>
                </a:p>
              </p:txBody>
            </p:sp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C3AED18F-21AD-404E-BED9-E23726592536}"/>
                    </a:ext>
                  </a:extLst>
                </p:cNvPr>
                <p:cNvSpPr txBox="1"/>
                <p:nvPr/>
              </p:nvSpPr>
              <p:spPr>
                <a:xfrm>
                  <a:off x="12771990" y="4875845"/>
                  <a:ext cx="2422981" cy="498598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t">
                  <a:spAutoFit/>
                </a:bodyPr>
                <a:lstStyle/>
                <a:p>
                  <a:pPr marL="6350" lvl="1" indent="0" algn="l" defTabSz="1828709" rtl="0" eaLnBrk="1" latinLnBrk="0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None/>
                    <a:tabLst/>
                    <a:defRPr/>
                  </a:pPr>
                  <a:r>
                    <a:rPr lang="en-US" sz="1800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Deleting the image may bring the image placeholder to the top layer, covering your text. Right-click on the placeholder and choose “Send to Back”.</a:t>
                  </a:r>
                </a:p>
              </p:txBody>
            </p:sp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1A0C7D49-CE9B-2F4E-837A-3F7610651477}"/>
                    </a:ext>
                  </a:extLst>
                </p:cNvPr>
                <p:cNvSpPr txBox="1"/>
                <p:nvPr/>
              </p:nvSpPr>
              <p:spPr>
                <a:xfrm>
                  <a:off x="12771991" y="3940775"/>
                  <a:ext cx="2156990" cy="856645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t">
                  <a:spAutoFit/>
                </a:bodyPr>
                <a:lstStyle/>
                <a:p>
                  <a:pPr marL="0" indent="0" algn="l" defTabSz="1828709" rtl="0" eaLnBrk="1" latinLnBrk="0" hangingPunct="1">
                    <a:spcBef>
                      <a:spcPts val="400"/>
                    </a:spcBef>
                    <a:buNone/>
                  </a:pPr>
                  <a:r>
                    <a:rPr lang="en-US" sz="1800" b="1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First, delete the existing image to reset the photo placeholder functionality. </a:t>
                  </a:r>
                  <a:r>
                    <a:rPr lang="en-US" sz="1800" b="0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You may need to shift the gradient aside in order to do this. </a:t>
                  </a:r>
                </a:p>
                <a:p>
                  <a:pPr marL="0" indent="0" algn="l" defTabSz="1828709" rtl="0" eaLnBrk="1" latinLnBrk="0" hangingPunct="1">
                    <a:spcBef>
                      <a:spcPts val="400"/>
                    </a:spcBef>
                    <a:buNone/>
                  </a:pPr>
                  <a:r>
                    <a:rPr lang="en-US" sz="1800" b="0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Second, use one of the methods outlined above to add a new photo. </a:t>
                  </a:r>
                </a:p>
              </p:txBody>
            </p:sp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C08F9347-1020-3542-9083-C25D17003A7D}"/>
                    </a:ext>
                  </a:extLst>
                </p:cNvPr>
                <p:cNvSpPr txBox="1"/>
                <p:nvPr/>
              </p:nvSpPr>
              <p:spPr>
                <a:xfrm>
                  <a:off x="12771990" y="5385156"/>
                  <a:ext cx="2422981" cy="138500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t">
                  <a:spAutoFit/>
                </a:bodyPr>
                <a:lstStyle/>
                <a:p>
                  <a:pPr marL="0" indent="0" algn="l" defTabSz="1828709" rtl="0" eaLnBrk="1" latinLnBrk="0" hangingPunct="1">
                    <a:spcBef>
                      <a:spcPts val="400"/>
                    </a:spcBef>
                    <a:buNone/>
                  </a:pPr>
                  <a:r>
                    <a:rPr lang="en-US" sz="1800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You can now add a new image as normal.</a:t>
                  </a:r>
                </a:p>
              </p:txBody>
            </p:sp>
          </p:grpSp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061D7E8F-96D6-0743-A4E6-BDE8FEE75931}"/>
                  </a:ext>
                </a:extLst>
              </p:cNvPr>
              <p:cNvSpPr txBox="1"/>
              <p:nvPr/>
            </p:nvSpPr>
            <p:spPr>
              <a:xfrm>
                <a:off x="12962943" y="5575485"/>
                <a:ext cx="2368960" cy="169277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/>
              <a:p>
                <a:pPr marL="0" indent="0" algn="l">
                  <a:buNone/>
                </a:pPr>
                <a:r>
                  <a:rPr lang="en-US" sz="2200">
                    <a:solidFill>
                      <a:schemeClr val="accent2"/>
                    </a:solidFill>
                    <a:latin typeface="Arial" charset="0"/>
                    <a:ea typeface="Arial" charset="0"/>
                    <a:cs typeface="Arial" charset="0"/>
                  </a:rPr>
                  <a:t>TIP: Change Image</a:t>
                </a:r>
              </a:p>
            </p:txBody>
          </p:sp>
          <p:pic>
            <p:nvPicPr>
              <p:cNvPr id="92" name="Graphic 91">
                <a:extLst>
                  <a:ext uri="{FF2B5EF4-FFF2-40B4-BE49-F238E27FC236}">
                    <a16:creationId xmlns:a16="http://schemas.microsoft.com/office/drawing/2014/main" id="{3691DA32-4A25-3244-887F-106571CC704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2756975" y="5585768"/>
                <a:ext cx="155227" cy="155227"/>
              </a:xfrm>
              <a:prstGeom prst="rect">
                <a:avLst/>
              </a:prstGeom>
            </p:spPr>
          </p:pic>
        </p:grp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17E1B2C8-A880-484B-8DF3-47F72B6478C1}"/>
                </a:ext>
              </a:extLst>
            </p:cNvPr>
            <p:cNvGrpSpPr/>
            <p:nvPr/>
          </p:nvGrpSpPr>
          <p:grpSpPr>
            <a:xfrm>
              <a:off x="12596752" y="4895098"/>
              <a:ext cx="2735151" cy="1280928"/>
              <a:chOff x="12596752" y="4090029"/>
              <a:chExt cx="2735151" cy="1280928"/>
            </a:xfrm>
          </p:grpSpPr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481E6E9C-A854-8341-8896-14B11B0CB408}"/>
                  </a:ext>
                </a:extLst>
              </p:cNvPr>
              <p:cNvSpPr/>
              <p:nvPr/>
            </p:nvSpPr>
            <p:spPr>
              <a:xfrm>
                <a:off x="12596752" y="4090029"/>
                <a:ext cx="2735151" cy="1280928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/>
              </a:p>
            </p:txBody>
          </p: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27B30112-E1F3-1141-9397-651EDD05AB4F}"/>
                  </a:ext>
                </a:extLst>
              </p:cNvPr>
              <p:cNvSpPr txBox="1"/>
              <p:nvPr/>
            </p:nvSpPr>
            <p:spPr>
              <a:xfrm>
                <a:off x="12962943" y="4218828"/>
                <a:ext cx="2368960" cy="169277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/>
              <a:p>
                <a:pPr marL="0" indent="0" algn="l">
                  <a:buNone/>
                </a:pPr>
                <a:r>
                  <a:rPr lang="en-US" sz="2200">
                    <a:solidFill>
                      <a:schemeClr val="accent2"/>
                    </a:solidFill>
                    <a:latin typeface="Arial" charset="0"/>
                    <a:ea typeface="Arial" charset="0"/>
                    <a:cs typeface="Arial" charset="0"/>
                  </a:rPr>
                  <a:t>TIP: Crop Image</a:t>
                </a:r>
              </a:p>
            </p:txBody>
          </p:sp>
          <p:pic>
            <p:nvPicPr>
              <p:cNvPr id="87" name="Graphic 86">
                <a:extLst>
                  <a:ext uri="{FF2B5EF4-FFF2-40B4-BE49-F238E27FC236}">
                    <a16:creationId xmlns:a16="http://schemas.microsoft.com/office/drawing/2014/main" id="{E436DB41-C87B-604D-93C9-4810EC7B879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2756975" y="4229111"/>
                <a:ext cx="155227" cy="155227"/>
              </a:xfrm>
              <a:prstGeom prst="rect">
                <a:avLst/>
              </a:prstGeom>
            </p:spPr>
          </p:pic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267E7DC2-AEC6-AF45-A3F3-8D292343CC65}"/>
                  </a:ext>
                </a:extLst>
              </p:cNvPr>
              <p:cNvSpPr txBox="1"/>
              <p:nvPr/>
            </p:nvSpPr>
            <p:spPr>
              <a:xfrm>
                <a:off x="12756975" y="4483012"/>
                <a:ext cx="2384904" cy="680956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defPPr>
                  <a:defRPr lang="en-US"/>
                </a:defPPr>
                <a:lvl1pPr lvl="0">
                  <a:spcBef>
                    <a:spcPts val="1000"/>
                  </a:spcBef>
                  <a:spcAft>
                    <a:spcPts val="300"/>
                  </a:spcAft>
                  <a:defRPr sz="1050" b="0" cap="none" spc="0" baseline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defRPr>
                </a:lvl1pPr>
                <a:lvl2pPr marL="134938" lvl="1" indent="-131763">
                  <a:lnSpc>
                    <a:spcPct val="90000"/>
                  </a:lnSpc>
                  <a:spcAft>
                    <a:spcPts val="300"/>
                  </a:spcAft>
                  <a:buFont typeface="Wingdings" pitchFamily="2" charset="2"/>
                  <a:buChar char="§"/>
                  <a:tabLst/>
                  <a:defRPr sz="90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defRPr>
                </a:lvl2pPr>
                <a:lvl3pPr marL="11113" lvl="2" indent="0">
                  <a:spcBef>
                    <a:spcPts val="300"/>
                  </a:spcBef>
                  <a:buFont typeface="Wingdings" pitchFamily="2" charset="2"/>
                  <a:buNone/>
                  <a:tabLst/>
                  <a:defRPr sz="800">
                    <a:solidFill>
                      <a:schemeClr val="bg1">
                        <a:lumMod val="85000"/>
                      </a:schemeClr>
                    </a:solidFill>
                  </a:defRPr>
                </a:lvl3pPr>
              </a:lstStyle>
              <a:p>
                <a:pPr marL="6350" lvl="1" indent="0">
                  <a:buNone/>
                  <a:defRPr/>
                </a:pPr>
                <a:r>
                  <a:rPr lang="en-US" sz="18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charset="0"/>
                    <a:cs typeface="Arial" charset="0"/>
                  </a:rPr>
                  <a:t>Right-click on the image.</a:t>
                </a:r>
              </a:p>
              <a:p>
                <a:pPr marL="6350" lvl="1" indent="0">
                  <a:buNone/>
                  <a:defRPr/>
                </a:pPr>
                <a:r>
                  <a:rPr lang="en-US" sz="18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charset="0"/>
                    <a:cs typeface="Arial" charset="0"/>
                  </a:rPr>
                  <a:t>Choose “Crop” from the menu. (       )</a:t>
                </a:r>
              </a:p>
              <a:p>
                <a:pPr marL="6350" lvl="1" indent="0">
                  <a:buNone/>
                  <a:defRPr/>
                </a:pPr>
                <a:r>
                  <a:rPr lang="en-US" sz="18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charset="0"/>
                    <a:cs typeface="Arial" charset="0"/>
                  </a:rPr>
                  <a:t>Adjust the size and position of the image.</a:t>
                </a:r>
              </a:p>
              <a:p>
                <a:pPr marL="6350" lvl="1" indent="0">
                  <a:buNone/>
                  <a:defRPr/>
                </a:pPr>
                <a:r>
                  <a:rPr lang="en-US" sz="18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charset="0"/>
                    <a:cs typeface="Arial" charset="0"/>
                  </a:rPr>
                  <a:t>Press Esc or click outside the image area to exit the cropping mode.</a:t>
                </a:r>
              </a:p>
            </p:txBody>
          </p:sp>
          <p:pic>
            <p:nvPicPr>
              <p:cNvPr id="89" name="Picture 88">
                <a:extLst>
                  <a:ext uri="{FF2B5EF4-FFF2-40B4-BE49-F238E27FC236}">
                    <a16:creationId xmlns:a16="http://schemas.microsoft.com/office/drawing/2014/main" id="{4EB5A3B8-7079-2F40-BAFD-A2396423A1F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14553978" y="4567445"/>
                <a:ext cx="136897" cy="213643"/>
              </a:xfrm>
              <a:prstGeom prst="rect">
                <a:avLst/>
              </a:prstGeom>
              <a:ln w="19050"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</p:pic>
        </p:grp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59857E59-EF61-994A-A389-AD6537DDC94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2577088" y="500436"/>
              <a:ext cx="114706" cy="114706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txBody>
            <a:bodyPr vert="horz" wrap="non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0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1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895D23FB-7145-A148-9DEA-BCBCB72A6803}"/>
                </a:ext>
              </a:extLst>
            </p:cNvPr>
            <p:cNvSpPr txBox="1"/>
            <p:nvPr/>
          </p:nvSpPr>
          <p:spPr>
            <a:xfrm>
              <a:off x="12776177" y="1104602"/>
              <a:ext cx="2289935" cy="838691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en-US"/>
              </a:defPPr>
              <a:lvl1pPr lvl="0">
                <a:spcBef>
                  <a:spcPts val="900"/>
                </a:spcBef>
                <a:spcAft>
                  <a:spcPts val="300"/>
                </a:spcAft>
                <a:defRPr sz="800" b="1" cap="all" spc="20" baseline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0" lvl="1" indent="0">
                <a:lnSpc>
                  <a:spcPct val="90000"/>
                </a:lnSpc>
                <a:spcAft>
                  <a:spcPts val="300"/>
                </a:spcAft>
                <a:tabLst/>
                <a:defRPr sz="12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113" lvl="2" indent="0">
                <a:spcBef>
                  <a:spcPts val="300"/>
                </a:spcBef>
                <a:buFont typeface="Wingdings" pitchFamily="2" charset="2"/>
                <a:buNone/>
                <a:tabLst/>
                <a:defRPr sz="800">
                  <a:solidFill>
                    <a:schemeClr val="bg1">
                      <a:lumMod val="85000"/>
                    </a:schemeClr>
                  </a:solidFill>
                </a:defRPr>
              </a:lvl3pPr>
            </a:lstStyle>
            <a:p>
              <a:pPr marL="0" lvl="0" indent="0">
                <a:buFont typeface="Arial" panose="020B0604020202020204" pitchFamily="34" charset="0"/>
                <a:buNone/>
              </a:pPr>
              <a:r>
                <a:rPr lang="en-US" sz="1200"/>
                <a:t>Method 2: </a:t>
              </a:r>
              <a:r>
                <a:rPr lang="en-US" sz="1200" b="0"/>
                <a:t>PLACEHOLDER ICON</a:t>
              </a:r>
            </a:p>
            <a:p>
              <a:pPr lvl="1">
                <a:buNone/>
              </a:pPr>
              <a:r>
                <a:rPr lang="en-US" sz="2100"/>
                <a:t>Click the image icon inside the placeholder to browse for an image. You may need to shift the gradient aside in order to access the placeholder icon.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B56B344F-230E-4740-9A53-CE43DAE6C421}"/>
                </a:ext>
              </a:extLst>
            </p:cNvPr>
            <p:cNvSpPr txBox="1"/>
            <p:nvPr/>
          </p:nvSpPr>
          <p:spPr>
            <a:xfrm>
              <a:off x="12776177" y="2045527"/>
              <a:ext cx="2016492" cy="415499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en-US"/>
              </a:defPPr>
              <a:lvl1pPr lvl="0">
                <a:spcBef>
                  <a:spcPts val="1600"/>
                </a:spcBef>
                <a:spcAft>
                  <a:spcPts val="300"/>
                </a:spcAft>
                <a:defRPr sz="1050" b="0" cap="none" spc="0" baseline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134938" lvl="1" indent="-131763">
                <a:lnSpc>
                  <a:spcPct val="90000"/>
                </a:lnSpc>
                <a:spcAft>
                  <a:spcPts val="300"/>
                </a:spcAft>
                <a:buFont typeface="Wingdings" pitchFamily="2" charset="2"/>
                <a:buChar char="§"/>
                <a:tabLst/>
                <a:defRPr sz="9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113" lvl="2" indent="0">
                <a:spcBef>
                  <a:spcPts val="300"/>
                </a:spcBef>
                <a:buFont typeface="Wingdings" pitchFamily="2" charset="2"/>
                <a:buNone/>
                <a:tabLst/>
                <a:defRPr sz="800">
                  <a:solidFill>
                    <a:schemeClr val="bg1">
                      <a:lumMod val="85000"/>
                    </a:schemeClr>
                  </a:solidFill>
                </a:defRPr>
              </a:lvl3pPr>
            </a:lstStyle>
            <a:p>
              <a:pPr lvl="2"/>
              <a:r>
                <a:rPr lang="en-US" sz="1800"/>
                <a:t>Note: If the photo covers your text after you drop it in, simply right click the photo and select ‘Send to Back’.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A2F0AEA9-8195-584F-9600-AE1D172C3038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2577088" y="1111659"/>
              <a:ext cx="114706" cy="114706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txBody>
            <a:bodyPr vert="horz" wrap="non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0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2</a:t>
              </a:r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9E8A3DCD-14B5-734C-91E2-79637E3D58B3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143973" y="630503"/>
            <a:ext cx="5238441" cy="12438310"/>
          </a:xfrm>
          <a:prstGeom prst="rect">
            <a:avLst/>
          </a:prstGeom>
        </p:spPr>
      </p:pic>
      <p:sp>
        <p:nvSpPr>
          <p:cNvPr id="36" name="Content Placeholder 4">
            <a:extLst>
              <a:ext uri="{FF2B5EF4-FFF2-40B4-BE49-F238E27FC236}">
                <a16:creationId xmlns:a16="http://schemas.microsoft.com/office/drawing/2014/main" id="{869742CE-A9EE-044C-A2BA-81128A041B99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622620" y="304801"/>
            <a:ext cx="12311849" cy="581311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37" name="Content Placeholder 4">
            <a:extLst>
              <a:ext uri="{FF2B5EF4-FFF2-40B4-BE49-F238E27FC236}">
                <a16:creationId xmlns:a16="http://schemas.microsoft.com/office/drawing/2014/main" id="{8848A848-7E9E-154A-8D34-8AD2D6F021CB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622620" y="6504191"/>
            <a:ext cx="12311849" cy="581311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349E3D-E464-6B41-AAF7-80CE0AA5A7C2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CA"/>
              <a:t>Date</a:t>
            </a:r>
            <a:endParaRPr lang="en-US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61FD95D-31D3-394B-B5E1-6A64DE59B7B4}"/>
              </a:ext>
            </a:extLst>
          </p:cNvPr>
          <p:cNvCxnSpPr/>
          <p:nvPr userDrawn="1"/>
        </p:nvCxnSpPr>
        <p:spPr>
          <a:xfrm>
            <a:off x="0" y="12683688"/>
            <a:ext cx="24382413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5FE5DAA1-9C55-5648-8E7F-A99A28527990}"/>
              </a:ext>
            </a:extLst>
          </p:cNvPr>
          <p:cNvGrpSpPr/>
          <p:nvPr userDrawn="1"/>
        </p:nvGrpSpPr>
        <p:grpSpPr>
          <a:xfrm>
            <a:off x="24988403" y="304801"/>
            <a:ext cx="5748046" cy="12741968"/>
            <a:chOff x="12457693" y="0"/>
            <a:chExt cx="2874210" cy="6370984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CC1B8BD1-E030-AA42-BE55-623426B6984A}"/>
                </a:ext>
              </a:extLst>
            </p:cNvPr>
            <p:cNvSpPr/>
            <p:nvPr userDrawn="1"/>
          </p:nvSpPr>
          <p:spPr>
            <a:xfrm>
              <a:off x="12457693" y="0"/>
              <a:ext cx="2798651" cy="6370984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360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A170735A-AE07-D34D-8C7A-CCB0CD054365}"/>
                </a:ext>
              </a:extLst>
            </p:cNvPr>
            <p:cNvSpPr txBox="1"/>
            <p:nvPr userDrawn="1"/>
          </p:nvSpPr>
          <p:spPr>
            <a:xfrm>
              <a:off x="12613762" y="150289"/>
              <a:ext cx="1624942" cy="169277"/>
            </a:xfrm>
            <a:prstGeom prst="rect">
              <a:avLst/>
            </a:prstGeom>
          </p:spPr>
          <p:txBody>
            <a:bodyPr vert="horz" wrap="none" lIns="0" tIns="0" rIns="0" bIns="0" rtlCol="0" anchor="t">
              <a:spAutoFit/>
            </a:bodyPr>
            <a:lstStyle>
              <a:defPPr>
                <a:defRPr lang="en-US"/>
              </a:defPPr>
              <a:lvl1pPr>
                <a:defRPr sz="110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defRPr>
              </a:lvl1pPr>
            </a:lstStyle>
            <a:p>
              <a:pPr marL="0" lvl="0" indent="0">
                <a:buNone/>
              </a:pPr>
              <a:r>
                <a:rPr lang="en-US" sz="2200">
                  <a:solidFill>
                    <a:schemeClr val="bg1"/>
                  </a:solidFill>
                </a:rPr>
                <a:t>HOW TO ADD AN IMAGE</a:t>
              </a:r>
            </a:p>
          </p:txBody>
        </p: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54A638A-04B3-4744-BC26-6DA5CDB3E0A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613762" y="352906"/>
              <a:ext cx="1755381" cy="0"/>
            </a:xfrm>
            <a:prstGeom prst="line">
              <a:avLst/>
            </a:prstGeom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3807552F-9188-704F-BFA5-B7C6530E0EF3}"/>
                </a:ext>
              </a:extLst>
            </p:cNvPr>
            <p:cNvSpPr txBox="1"/>
            <p:nvPr userDrawn="1"/>
          </p:nvSpPr>
          <p:spPr>
            <a:xfrm>
              <a:off x="12776177" y="496513"/>
              <a:ext cx="2297338" cy="402418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en-US"/>
              </a:defPPr>
              <a:lvl1pPr lvl="0">
                <a:spcBef>
                  <a:spcPts val="900"/>
                </a:spcBef>
                <a:spcAft>
                  <a:spcPts val="300"/>
                </a:spcAft>
                <a:defRPr sz="800" b="1" cap="all" spc="20" baseline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0" lvl="1" indent="0">
                <a:lnSpc>
                  <a:spcPct val="90000"/>
                </a:lnSpc>
                <a:spcAft>
                  <a:spcPts val="300"/>
                </a:spcAft>
                <a:tabLst/>
                <a:defRPr sz="12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113" lvl="2" indent="0">
                <a:spcBef>
                  <a:spcPts val="300"/>
                </a:spcBef>
                <a:buFont typeface="Wingdings" pitchFamily="2" charset="2"/>
                <a:buNone/>
                <a:tabLst/>
                <a:defRPr sz="800">
                  <a:solidFill>
                    <a:schemeClr val="bg1">
                      <a:lumMod val="85000"/>
                    </a:schemeClr>
                  </a:solidFill>
                </a:defRPr>
              </a:lvl3pPr>
            </a:lstStyle>
            <a:p>
              <a:pPr marL="0" lvl="0" indent="0">
                <a:buFont typeface="Arial" panose="020B0604020202020204" pitchFamily="34" charset="0"/>
                <a:buNone/>
              </a:pPr>
              <a:r>
                <a:rPr lang="en-US" sz="1200" b="1"/>
                <a:t>Method 1: </a:t>
              </a:r>
              <a:r>
                <a:rPr lang="en-US" sz="1200" b="0"/>
                <a:t>DRAG &amp; DROP</a:t>
              </a:r>
            </a:p>
            <a:p>
              <a:pPr lvl="1">
                <a:buNone/>
              </a:pPr>
              <a:r>
                <a:rPr lang="en-US" sz="2100"/>
                <a:t>On an empty master layout, drag and drop an image onto the slide.</a:t>
              </a: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9A13322C-3B77-5C40-9E80-85228DDD7764}"/>
                </a:ext>
              </a:extLst>
            </p:cNvPr>
            <p:cNvGrpSpPr/>
            <p:nvPr userDrawn="1"/>
          </p:nvGrpSpPr>
          <p:grpSpPr>
            <a:xfrm>
              <a:off x="12596752" y="2653788"/>
              <a:ext cx="2735151" cy="2087177"/>
              <a:chOff x="12596752" y="5446684"/>
              <a:chExt cx="2735151" cy="2087177"/>
            </a:xfrm>
          </p:grpSpPr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6B0019C8-C78C-B445-80CB-9127941D6019}"/>
                  </a:ext>
                </a:extLst>
              </p:cNvPr>
              <p:cNvGrpSpPr/>
              <p:nvPr userDrawn="1"/>
            </p:nvGrpSpPr>
            <p:grpSpPr>
              <a:xfrm>
                <a:off x="12596752" y="5446684"/>
                <a:ext cx="2735151" cy="2087177"/>
                <a:chOff x="12596752" y="3550835"/>
                <a:chExt cx="2735151" cy="2087177"/>
              </a:xfrm>
            </p:grpSpPr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58E15199-F72B-9840-8CB4-B2E9C1BE1663}"/>
                    </a:ext>
                  </a:extLst>
                </p:cNvPr>
                <p:cNvSpPr/>
                <p:nvPr userDrawn="1"/>
              </p:nvSpPr>
              <p:spPr>
                <a:xfrm>
                  <a:off x="12596752" y="3550835"/>
                  <a:ext cx="2735151" cy="2087177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3600"/>
                </a:p>
              </p:txBody>
            </p:sp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9CA6CE63-7AAB-A843-B22F-75FC7F7B7FF8}"/>
                    </a:ext>
                  </a:extLst>
                </p:cNvPr>
                <p:cNvSpPr txBox="1"/>
                <p:nvPr userDrawn="1"/>
              </p:nvSpPr>
              <p:spPr>
                <a:xfrm>
                  <a:off x="12771990" y="4875845"/>
                  <a:ext cx="2422981" cy="498598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t">
                  <a:spAutoFit/>
                </a:bodyPr>
                <a:lstStyle/>
                <a:p>
                  <a:pPr marL="6350" lvl="1" indent="0" algn="l" defTabSz="1828709" rtl="0" eaLnBrk="1" latinLnBrk="0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None/>
                    <a:tabLst/>
                    <a:defRPr/>
                  </a:pPr>
                  <a:r>
                    <a:rPr lang="en-US" sz="1800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Deleting the image may bring the image placeholder to the top layer, covering your text. Right-click on the placeholder and choose “Send to Back”.</a:t>
                  </a:r>
                </a:p>
              </p:txBody>
            </p:sp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2A129FCE-F51A-CA49-972B-D63D26F453A7}"/>
                    </a:ext>
                  </a:extLst>
                </p:cNvPr>
                <p:cNvSpPr txBox="1"/>
                <p:nvPr userDrawn="1"/>
              </p:nvSpPr>
              <p:spPr>
                <a:xfrm>
                  <a:off x="12771991" y="3940775"/>
                  <a:ext cx="2156990" cy="856645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t">
                  <a:spAutoFit/>
                </a:bodyPr>
                <a:lstStyle/>
                <a:p>
                  <a:pPr marL="0" indent="0" algn="l" defTabSz="1828709" rtl="0" eaLnBrk="1" latinLnBrk="0" hangingPunct="1">
                    <a:spcBef>
                      <a:spcPts val="400"/>
                    </a:spcBef>
                    <a:buNone/>
                  </a:pPr>
                  <a:r>
                    <a:rPr lang="en-US" sz="1800" b="1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First, delete the existing image to reset the photo placeholder functionality. </a:t>
                  </a:r>
                  <a:r>
                    <a:rPr lang="en-US" sz="1800" b="0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You may need to shift the gradient aside in order to do this. </a:t>
                  </a:r>
                </a:p>
                <a:p>
                  <a:pPr marL="0" indent="0" algn="l" defTabSz="1828709" rtl="0" eaLnBrk="1" latinLnBrk="0" hangingPunct="1">
                    <a:spcBef>
                      <a:spcPts val="400"/>
                    </a:spcBef>
                    <a:buNone/>
                  </a:pPr>
                  <a:r>
                    <a:rPr lang="en-US" sz="1800" b="0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Second, use one of the methods outlined above to add a new photo. </a:t>
                  </a:r>
                </a:p>
              </p:txBody>
            </p:sp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6288C099-2ADD-A443-AE09-DC3DBBAB33F5}"/>
                    </a:ext>
                  </a:extLst>
                </p:cNvPr>
                <p:cNvSpPr txBox="1"/>
                <p:nvPr userDrawn="1"/>
              </p:nvSpPr>
              <p:spPr>
                <a:xfrm>
                  <a:off x="12771990" y="5385156"/>
                  <a:ext cx="2422981" cy="138500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t">
                  <a:spAutoFit/>
                </a:bodyPr>
                <a:lstStyle/>
                <a:p>
                  <a:pPr marL="0" indent="0" algn="l" defTabSz="1828709" rtl="0" eaLnBrk="1" latinLnBrk="0" hangingPunct="1">
                    <a:spcBef>
                      <a:spcPts val="400"/>
                    </a:spcBef>
                    <a:buNone/>
                  </a:pPr>
                  <a:r>
                    <a:rPr lang="en-US" sz="1800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You can now add a new image as normal.</a:t>
                  </a:r>
                </a:p>
              </p:txBody>
            </p:sp>
          </p:grp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BE83AC8F-72E3-1E46-A6C4-6D2642C5730F}"/>
                  </a:ext>
                </a:extLst>
              </p:cNvPr>
              <p:cNvSpPr txBox="1"/>
              <p:nvPr userDrawn="1"/>
            </p:nvSpPr>
            <p:spPr>
              <a:xfrm>
                <a:off x="12962943" y="5575485"/>
                <a:ext cx="2368960" cy="169277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/>
              <a:p>
                <a:pPr marL="0" indent="0" algn="l">
                  <a:buNone/>
                </a:pPr>
                <a:r>
                  <a:rPr lang="en-US" sz="2200">
                    <a:solidFill>
                      <a:schemeClr val="accent2"/>
                    </a:solidFill>
                    <a:latin typeface="Arial" charset="0"/>
                    <a:ea typeface="Arial" charset="0"/>
                    <a:cs typeface="Arial" charset="0"/>
                  </a:rPr>
                  <a:t>TIP: Change Image</a:t>
                </a:r>
              </a:p>
            </p:txBody>
          </p:sp>
          <p:pic>
            <p:nvPicPr>
              <p:cNvPr id="54" name="Graphic 53">
                <a:extLst>
                  <a:ext uri="{FF2B5EF4-FFF2-40B4-BE49-F238E27FC236}">
                    <a16:creationId xmlns:a16="http://schemas.microsoft.com/office/drawing/2014/main" id="{C4AD293A-531C-0D48-8297-5D7B41D74DB3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2756975" y="5585768"/>
                <a:ext cx="155227" cy="155227"/>
              </a:xfrm>
              <a:prstGeom prst="rect">
                <a:avLst/>
              </a:prstGeom>
            </p:spPr>
          </p:pic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146D3B3A-5D5D-0A45-8488-D69B4C9831EA}"/>
                </a:ext>
              </a:extLst>
            </p:cNvPr>
            <p:cNvGrpSpPr/>
            <p:nvPr userDrawn="1"/>
          </p:nvGrpSpPr>
          <p:grpSpPr>
            <a:xfrm>
              <a:off x="12596752" y="4895098"/>
              <a:ext cx="2735151" cy="1280928"/>
              <a:chOff x="12596752" y="4090029"/>
              <a:chExt cx="2735151" cy="1280928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63185D6C-AA61-A247-BDA2-C9BA97116905}"/>
                  </a:ext>
                </a:extLst>
              </p:cNvPr>
              <p:cNvSpPr/>
              <p:nvPr userDrawn="1"/>
            </p:nvSpPr>
            <p:spPr>
              <a:xfrm>
                <a:off x="12596752" y="4090029"/>
                <a:ext cx="2735151" cy="1280928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/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D1F49C2C-F0DD-4C41-9630-DFDB04931868}"/>
                  </a:ext>
                </a:extLst>
              </p:cNvPr>
              <p:cNvSpPr txBox="1"/>
              <p:nvPr userDrawn="1"/>
            </p:nvSpPr>
            <p:spPr>
              <a:xfrm>
                <a:off x="12962943" y="4218828"/>
                <a:ext cx="2368960" cy="169277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/>
              <a:p>
                <a:pPr marL="0" indent="0" algn="l">
                  <a:buNone/>
                </a:pPr>
                <a:r>
                  <a:rPr lang="en-US" sz="2200">
                    <a:solidFill>
                      <a:schemeClr val="accent2"/>
                    </a:solidFill>
                    <a:latin typeface="Arial" charset="0"/>
                    <a:ea typeface="Arial" charset="0"/>
                    <a:cs typeface="Arial" charset="0"/>
                  </a:rPr>
                  <a:t>TIP: Crop Image</a:t>
                </a:r>
              </a:p>
            </p:txBody>
          </p:sp>
          <p:pic>
            <p:nvPicPr>
              <p:cNvPr id="49" name="Graphic 48">
                <a:extLst>
                  <a:ext uri="{FF2B5EF4-FFF2-40B4-BE49-F238E27FC236}">
                    <a16:creationId xmlns:a16="http://schemas.microsoft.com/office/drawing/2014/main" id="{AC3F5933-E70E-B045-9FDB-4EA88F814A60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2756975" y="4229111"/>
                <a:ext cx="155227" cy="155227"/>
              </a:xfrm>
              <a:prstGeom prst="rect">
                <a:avLst/>
              </a:prstGeom>
            </p:spPr>
          </p:pic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F06C7F8C-D8AA-7C40-9952-0ED89E557E61}"/>
                  </a:ext>
                </a:extLst>
              </p:cNvPr>
              <p:cNvSpPr txBox="1"/>
              <p:nvPr userDrawn="1"/>
            </p:nvSpPr>
            <p:spPr>
              <a:xfrm>
                <a:off x="12756975" y="4483012"/>
                <a:ext cx="2384904" cy="680956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defPPr>
                  <a:defRPr lang="en-US"/>
                </a:defPPr>
                <a:lvl1pPr lvl="0">
                  <a:spcBef>
                    <a:spcPts val="1000"/>
                  </a:spcBef>
                  <a:spcAft>
                    <a:spcPts val="300"/>
                  </a:spcAft>
                  <a:defRPr sz="1050" b="0" cap="none" spc="0" baseline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defRPr>
                </a:lvl1pPr>
                <a:lvl2pPr marL="134938" lvl="1" indent="-131763">
                  <a:lnSpc>
                    <a:spcPct val="90000"/>
                  </a:lnSpc>
                  <a:spcAft>
                    <a:spcPts val="300"/>
                  </a:spcAft>
                  <a:buFont typeface="Wingdings" pitchFamily="2" charset="2"/>
                  <a:buChar char="§"/>
                  <a:tabLst/>
                  <a:defRPr sz="90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defRPr>
                </a:lvl2pPr>
                <a:lvl3pPr marL="11113" lvl="2" indent="0">
                  <a:spcBef>
                    <a:spcPts val="300"/>
                  </a:spcBef>
                  <a:buFont typeface="Wingdings" pitchFamily="2" charset="2"/>
                  <a:buNone/>
                  <a:tabLst/>
                  <a:defRPr sz="800">
                    <a:solidFill>
                      <a:schemeClr val="bg1">
                        <a:lumMod val="85000"/>
                      </a:schemeClr>
                    </a:solidFill>
                  </a:defRPr>
                </a:lvl3pPr>
              </a:lstStyle>
              <a:p>
                <a:pPr marL="6350" lvl="1" indent="0">
                  <a:buNone/>
                  <a:defRPr/>
                </a:pPr>
                <a:r>
                  <a:rPr lang="en-US" sz="18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charset="0"/>
                    <a:cs typeface="Arial" charset="0"/>
                  </a:rPr>
                  <a:t>Right-click on the image.</a:t>
                </a:r>
              </a:p>
              <a:p>
                <a:pPr marL="6350" lvl="1" indent="0">
                  <a:buNone/>
                  <a:defRPr/>
                </a:pPr>
                <a:r>
                  <a:rPr lang="en-US" sz="18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charset="0"/>
                    <a:cs typeface="Arial" charset="0"/>
                  </a:rPr>
                  <a:t>Choose “Crop” from the menu. (       )</a:t>
                </a:r>
              </a:p>
              <a:p>
                <a:pPr marL="6350" lvl="1" indent="0">
                  <a:buNone/>
                  <a:defRPr/>
                </a:pPr>
                <a:r>
                  <a:rPr lang="en-US" sz="18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charset="0"/>
                    <a:cs typeface="Arial" charset="0"/>
                  </a:rPr>
                  <a:t>Adjust the size and position of the image.</a:t>
                </a:r>
              </a:p>
              <a:p>
                <a:pPr marL="6350" lvl="1" indent="0">
                  <a:buNone/>
                  <a:defRPr/>
                </a:pPr>
                <a:r>
                  <a:rPr lang="en-US" sz="18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charset="0"/>
                    <a:cs typeface="Arial" charset="0"/>
                  </a:rPr>
                  <a:t>Press Esc or click outside the image area to exit the cropping mode.</a:t>
                </a:r>
              </a:p>
            </p:txBody>
          </p:sp>
          <p:pic>
            <p:nvPicPr>
              <p:cNvPr id="51" name="Picture 50">
                <a:extLst>
                  <a:ext uri="{FF2B5EF4-FFF2-40B4-BE49-F238E27FC236}">
                    <a16:creationId xmlns:a16="http://schemas.microsoft.com/office/drawing/2014/main" id="{8A0901CA-37E8-014F-828B-50F19DC6C77C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4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14553978" y="4567445"/>
                <a:ext cx="136897" cy="213643"/>
              </a:xfrm>
              <a:prstGeom prst="rect">
                <a:avLst/>
              </a:prstGeom>
              <a:ln w="19050"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</p:pic>
        </p:grp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D43AD815-9B2A-BE40-A090-525184CF944E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12577088" y="500436"/>
              <a:ext cx="114706" cy="114706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txBody>
            <a:bodyPr vert="horz" wrap="non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0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1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C8C9E470-06B9-8B4B-AD1A-E61DD3D857CF}"/>
                </a:ext>
              </a:extLst>
            </p:cNvPr>
            <p:cNvSpPr txBox="1"/>
            <p:nvPr userDrawn="1"/>
          </p:nvSpPr>
          <p:spPr>
            <a:xfrm>
              <a:off x="12776177" y="1104602"/>
              <a:ext cx="2289935" cy="838691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en-US"/>
              </a:defPPr>
              <a:lvl1pPr lvl="0">
                <a:spcBef>
                  <a:spcPts val="900"/>
                </a:spcBef>
                <a:spcAft>
                  <a:spcPts val="300"/>
                </a:spcAft>
                <a:defRPr sz="800" b="1" cap="all" spc="20" baseline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0" lvl="1" indent="0">
                <a:lnSpc>
                  <a:spcPct val="90000"/>
                </a:lnSpc>
                <a:spcAft>
                  <a:spcPts val="300"/>
                </a:spcAft>
                <a:tabLst/>
                <a:defRPr sz="12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113" lvl="2" indent="0">
                <a:spcBef>
                  <a:spcPts val="300"/>
                </a:spcBef>
                <a:buFont typeface="Wingdings" pitchFamily="2" charset="2"/>
                <a:buNone/>
                <a:tabLst/>
                <a:defRPr sz="800">
                  <a:solidFill>
                    <a:schemeClr val="bg1">
                      <a:lumMod val="85000"/>
                    </a:schemeClr>
                  </a:solidFill>
                </a:defRPr>
              </a:lvl3pPr>
            </a:lstStyle>
            <a:p>
              <a:pPr marL="0" lvl="0" indent="0">
                <a:buFont typeface="Arial" panose="020B0604020202020204" pitchFamily="34" charset="0"/>
                <a:buNone/>
              </a:pPr>
              <a:r>
                <a:rPr lang="en-US" sz="1200"/>
                <a:t>Method 2: </a:t>
              </a:r>
              <a:r>
                <a:rPr lang="en-US" sz="1200" b="0"/>
                <a:t>PLACEHOLDER ICON</a:t>
              </a:r>
            </a:p>
            <a:p>
              <a:pPr lvl="1">
                <a:buNone/>
              </a:pPr>
              <a:r>
                <a:rPr lang="en-US" sz="2100"/>
                <a:t>Click the image icon inside the placeholder to browse for an image. You may need to shift the gradient aside in order to access the placeholder icon.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DC60CD2F-A386-8444-949F-252A76903DE2}"/>
                </a:ext>
              </a:extLst>
            </p:cNvPr>
            <p:cNvSpPr txBox="1"/>
            <p:nvPr userDrawn="1"/>
          </p:nvSpPr>
          <p:spPr>
            <a:xfrm>
              <a:off x="12776177" y="2045527"/>
              <a:ext cx="2016492" cy="415499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en-US"/>
              </a:defPPr>
              <a:lvl1pPr lvl="0">
                <a:spcBef>
                  <a:spcPts val="1600"/>
                </a:spcBef>
                <a:spcAft>
                  <a:spcPts val="300"/>
                </a:spcAft>
                <a:defRPr sz="1050" b="0" cap="none" spc="0" baseline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134938" lvl="1" indent="-131763">
                <a:lnSpc>
                  <a:spcPct val="90000"/>
                </a:lnSpc>
                <a:spcAft>
                  <a:spcPts val="300"/>
                </a:spcAft>
                <a:buFont typeface="Wingdings" pitchFamily="2" charset="2"/>
                <a:buChar char="§"/>
                <a:tabLst/>
                <a:defRPr sz="9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113" lvl="2" indent="0">
                <a:spcBef>
                  <a:spcPts val="300"/>
                </a:spcBef>
                <a:buFont typeface="Wingdings" pitchFamily="2" charset="2"/>
                <a:buNone/>
                <a:tabLst/>
                <a:defRPr sz="800">
                  <a:solidFill>
                    <a:schemeClr val="bg1">
                      <a:lumMod val="85000"/>
                    </a:schemeClr>
                  </a:solidFill>
                </a:defRPr>
              </a:lvl3pPr>
            </a:lstStyle>
            <a:p>
              <a:pPr lvl="2"/>
              <a:r>
                <a:rPr lang="en-US" sz="1800"/>
                <a:t>Note: If the photo covers your text after you drop it in, simply right click the photo and select ‘Send to Back’.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19DFBE0E-8958-4B4C-9250-32DEAF3601F8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12577088" y="1111659"/>
              <a:ext cx="114706" cy="114706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txBody>
            <a:bodyPr vert="horz" wrap="non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0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2</a:t>
              </a:r>
            </a:p>
          </p:txBody>
        </p:sp>
      </p:grpSp>
      <p:pic>
        <p:nvPicPr>
          <p:cNvPr id="59" name="Picture 58">
            <a:extLst>
              <a:ext uri="{FF2B5EF4-FFF2-40B4-BE49-F238E27FC236}">
                <a16:creationId xmlns:a16="http://schemas.microsoft.com/office/drawing/2014/main" id="{31E58F53-3EF0-0842-85B6-504392F52B7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143973" y="630503"/>
            <a:ext cx="5238441" cy="12438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3551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ta and Key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8292821-60E2-0B4D-AA0C-C16AE0808848}"/>
              </a:ext>
            </a:extLst>
          </p:cNvPr>
          <p:cNvSpPr/>
          <p:nvPr/>
        </p:nvSpPr>
        <p:spPr>
          <a:xfrm>
            <a:off x="12721655" y="809627"/>
            <a:ext cx="11133741" cy="1152207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527017" y="304802"/>
            <a:ext cx="11567741" cy="1946276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CA" dirty="0"/>
              <a:t>Click to add slide title</a:t>
            </a:r>
            <a:endParaRPr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FF8650D1-39A1-CF44-A6B9-55E0B16459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245052" y="1272239"/>
            <a:ext cx="10114282" cy="4459702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tile tx="0" ty="0" sx="100000" sy="100000" flip="y" algn="b"/>
          </a:blipFill>
        </p:spPr>
        <p:txBody>
          <a:bodyPr bIns="46800" anchor="ctr">
            <a:noAutofit/>
          </a:bodyPr>
          <a:lstStyle>
            <a:lvl1pPr marL="0" indent="0">
              <a:buNone/>
              <a:defRPr sz="64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key takeaway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542D2C7D-D9E4-2347-8910-83CF1D5BA1AD}"/>
              </a:ext>
            </a:extLst>
          </p:cNvPr>
          <p:cNvSpPr>
            <a:spLocks noGrp="1"/>
          </p:cNvSpPr>
          <p:nvPr>
            <p:ph type="body" sz="quarter" idx="114" hasCustomPrompt="1"/>
          </p:nvPr>
        </p:nvSpPr>
        <p:spPr>
          <a:xfrm>
            <a:off x="527017" y="2752727"/>
            <a:ext cx="11510761" cy="829314"/>
          </a:xfrm>
          <a:blipFill dpi="0"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tile tx="0" ty="0" sx="100000" sy="100000" flip="xy" algn="bl"/>
          </a:blipFill>
        </p:spPr>
        <p:txBody>
          <a:bodyPr anchor="b"/>
          <a:lstStyle>
            <a:lvl1pPr marL="0" indent="0">
              <a:buNone/>
              <a:defRPr sz="36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content title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D67390C-CF8E-8A47-87DF-C62375565150}"/>
              </a:ext>
            </a:extLst>
          </p:cNvPr>
          <p:cNvCxnSpPr/>
          <p:nvPr/>
        </p:nvCxnSpPr>
        <p:spPr>
          <a:xfrm>
            <a:off x="0" y="12683688"/>
            <a:ext cx="24382413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FC5F581-628A-AD40-A607-02AC0F42F561}"/>
              </a:ext>
            </a:extLst>
          </p:cNvPr>
          <p:cNvGrpSpPr/>
          <p:nvPr/>
        </p:nvGrpSpPr>
        <p:grpSpPr>
          <a:xfrm>
            <a:off x="24920993" y="304801"/>
            <a:ext cx="6186247" cy="1619250"/>
            <a:chOff x="12461307" y="152400"/>
            <a:chExt cx="3093325" cy="809625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0358D2C-845B-B249-A1AC-590041D9F72D}"/>
                </a:ext>
              </a:extLst>
            </p:cNvPr>
            <p:cNvSpPr/>
            <p:nvPr/>
          </p:nvSpPr>
          <p:spPr>
            <a:xfrm>
              <a:off x="12461307" y="152400"/>
              <a:ext cx="3093325" cy="809625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400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E0E1F92-63AA-C54A-A918-BAA49530610A}"/>
                </a:ext>
              </a:extLst>
            </p:cNvPr>
            <p:cNvSpPr/>
            <p:nvPr/>
          </p:nvSpPr>
          <p:spPr>
            <a:xfrm>
              <a:off x="12517897" y="219592"/>
              <a:ext cx="2960228" cy="66623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24624CA-8303-064D-8469-332D0C910C00}"/>
                </a:ext>
              </a:extLst>
            </p:cNvPr>
            <p:cNvSpPr txBox="1"/>
            <p:nvPr/>
          </p:nvSpPr>
          <p:spPr>
            <a:xfrm>
              <a:off x="13123460" y="325491"/>
              <a:ext cx="2059390" cy="484748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/>
            <a:p>
              <a:pPr marL="0" indent="0" algn="l">
                <a:buNone/>
              </a:pPr>
              <a:r>
                <a:rPr lang="en-US" sz="210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rPr>
                <a:t>Access programmed text formats by using the ‘Indent More’ button to change the indent level.</a:t>
              </a:r>
            </a:p>
          </p:txBody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0C77819F-3351-5245-A24F-D67B2F2D831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-1"/>
            <a:stretch/>
          </p:blipFill>
          <p:spPr>
            <a:xfrm>
              <a:off x="12671338" y="333949"/>
              <a:ext cx="320762" cy="350353"/>
            </a:xfrm>
            <a:prstGeom prst="roundRect">
              <a:avLst/>
            </a:prstGeom>
          </p:spPr>
        </p:pic>
      </p:grpSp>
      <p:sp>
        <p:nvSpPr>
          <p:cNvPr id="26" name="Content Placeholder 4">
            <a:extLst>
              <a:ext uri="{FF2B5EF4-FFF2-40B4-BE49-F238E27FC236}">
                <a16:creationId xmlns:a16="http://schemas.microsoft.com/office/drawing/2014/main" id="{EFFF55F2-1A60-BC45-9662-1CCB19F3F4FB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41259" y="3945602"/>
            <a:ext cx="11510759" cy="83717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27" name="Content Placeholder 4">
            <a:extLst>
              <a:ext uri="{FF2B5EF4-FFF2-40B4-BE49-F238E27FC236}">
                <a16:creationId xmlns:a16="http://schemas.microsoft.com/office/drawing/2014/main" id="{86E93ADF-FFD3-6B49-9C09-35011353A9EE}"/>
              </a:ext>
            </a:extLst>
          </p:cNvPr>
          <p:cNvSpPr>
            <a:spLocks noGrp="1"/>
          </p:cNvSpPr>
          <p:nvPr>
            <p:ph sz="quarter" idx="118"/>
          </p:nvPr>
        </p:nvSpPr>
        <p:spPr>
          <a:xfrm>
            <a:off x="13261537" y="6249603"/>
            <a:ext cx="10096815" cy="567359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8B95F35B-A7B3-CD42-9DFE-2A3BBA2FDFE0}"/>
              </a:ext>
            </a:extLst>
          </p:cNvPr>
          <p:cNvSpPr>
            <a:spLocks noGrp="1"/>
          </p:cNvSpPr>
          <p:nvPr>
            <p:ph type="dt" sz="half" idx="119"/>
          </p:nvPr>
        </p:nvSpPr>
        <p:spPr/>
        <p:txBody>
          <a:bodyPr/>
          <a:lstStyle/>
          <a:p>
            <a:r>
              <a:rPr lang="en-CA"/>
              <a:t>Date</a:t>
            </a:r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5BDA87-017F-5F46-8EC4-090CB0103643}"/>
              </a:ext>
            </a:extLst>
          </p:cNvPr>
          <p:cNvSpPr/>
          <p:nvPr userDrawn="1"/>
        </p:nvSpPr>
        <p:spPr>
          <a:xfrm>
            <a:off x="12721655" y="809627"/>
            <a:ext cx="11133741" cy="1152207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14C6E1B-B20E-BB4A-8785-9223FDDDD96D}"/>
              </a:ext>
            </a:extLst>
          </p:cNvPr>
          <p:cNvCxnSpPr/>
          <p:nvPr userDrawn="1"/>
        </p:nvCxnSpPr>
        <p:spPr>
          <a:xfrm>
            <a:off x="0" y="12683688"/>
            <a:ext cx="24382413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499C412-EC70-0C40-BD9A-81581E34D521}"/>
              </a:ext>
            </a:extLst>
          </p:cNvPr>
          <p:cNvGrpSpPr/>
          <p:nvPr userDrawn="1"/>
        </p:nvGrpSpPr>
        <p:grpSpPr>
          <a:xfrm>
            <a:off x="24920993" y="304801"/>
            <a:ext cx="6186247" cy="1619250"/>
            <a:chOff x="12461307" y="152400"/>
            <a:chExt cx="3093325" cy="809625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EF5BE1F7-9092-A349-80A6-D0FB2DAA78F0}"/>
                </a:ext>
              </a:extLst>
            </p:cNvPr>
            <p:cNvSpPr/>
            <p:nvPr userDrawn="1"/>
          </p:nvSpPr>
          <p:spPr>
            <a:xfrm>
              <a:off x="12461307" y="152400"/>
              <a:ext cx="3093325" cy="809625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400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B62FB661-6EDA-A642-8C19-276EF126E257}"/>
                </a:ext>
              </a:extLst>
            </p:cNvPr>
            <p:cNvSpPr/>
            <p:nvPr userDrawn="1"/>
          </p:nvSpPr>
          <p:spPr>
            <a:xfrm>
              <a:off x="12517897" y="219592"/>
              <a:ext cx="2960228" cy="66623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705D3A8-3D12-144B-97D7-17BDDD61C776}"/>
                </a:ext>
              </a:extLst>
            </p:cNvPr>
            <p:cNvSpPr txBox="1"/>
            <p:nvPr userDrawn="1"/>
          </p:nvSpPr>
          <p:spPr>
            <a:xfrm>
              <a:off x="13123460" y="325491"/>
              <a:ext cx="2059390" cy="484748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/>
            <a:p>
              <a:pPr marL="0" indent="0" algn="l">
                <a:buNone/>
              </a:pPr>
              <a:r>
                <a:rPr lang="en-US" sz="210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rPr>
                <a:t>Access programmed text formats by using the ‘Indent More’ button to change the indent level.</a:t>
              </a:r>
            </a:p>
          </p:txBody>
        </p:sp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8F46FC56-33DA-6240-9F41-E2DAAC113741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-1"/>
            <a:stretch/>
          </p:blipFill>
          <p:spPr>
            <a:xfrm>
              <a:off x="12671338" y="333949"/>
              <a:ext cx="320762" cy="350353"/>
            </a:xfrm>
            <a:prstGeom prst="round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740827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ck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527017" y="304802"/>
            <a:ext cx="23302009" cy="1946276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CA" dirty="0"/>
              <a:t>Click to add slide title</a:t>
            </a:r>
            <a:endParaRPr dirty="0"/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542D2C7D-D9E4-2347-8910-83CF1D5BA1AD}"/>
              </a:ext>
            </a:extLst>
          </p:cNvPr>
          <p:cNvSpPr>
            <a:spLocks noGrp="1"/>
          </p:cNvSpPr>
          <p:nvPr>
            <p:ph type="body" sz="quarter" idx="114" hasCustomPrompt="1"/>
          </p:nvPr>
        </p:nvSpPr>
        <p:spPr>
          <a:xfrm>
            <a:off x="527015" y="2790335"/>
            <a:ext cx="23302009" cy="791706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tile tx="0" ty="0" sx="100000" sy="100000" flip="xy" algn="bl"/>
          </a:blipFill>
        </p:spPr>
        <p:txBody>
          <a:bodyPr bIns="72000" anchor="b"/>
          <a:lstStyle>
            <a:lvl1pPr marL="0" indent="0">
              <a:buNone/>
              <a:defRPr sz="32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content title</a:t>
            </a:r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D2C8ED6C-6153-A847-8DCB-7DEDC274C0A1}"/>
              </a:ext>
            </a:extLst>
          </p:cNvPr>
          <p:cNvSpPr>
            <a:spLocks noGrp="1"/>
          </p:cNvSpPr>
          <p:nvPr>
            <p:ph type="body" sz="quarter" idx="116" hasCustomPrompt="1"/>
          </p:nvPr>
        </p:nvSpPr>
        <p:spPr>
          <a:xfrm>
            <a:off x="527015" y="7753409"/>
            <a:ext cx="23302009" cy="791706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tile tx="0" ty="0" sx="100000" sy="100000" flip="xy" algn="bl"/>
          </a:blipFill>
        </p:spPr>
        <p:txBody>
          <a:bodyPr bIns="72000" anchor="b"/>
          <a:lstStyle>
            <a:lvl1pPr marL="0" indent="0">
              <a:buNone/>
              <a:defRPr sz="32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add content title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5CAAC84-323E-7C4A-9B98-66677C8940A4}"/>
              </a:ext>
            </a:extLst>
          </p:cNvPr>
          <p:cNvCxnSpPr/>
          <p:nvPr/>
        </p:nvCxnSpPr>
        <p:spPr>
          <a:xfrm>
            <a:off x="0" y="12683688"/>
            <a:ext cx="24382413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55CFC71-B47A-A54D-AEBE-4721F45D29DC}"/>
              </a:ext>
            </a:extLst>
          </p:cNvPr>
          <p:cNvGrpSpPr/>
          <p:nvPr/>
        </p:nvGrpSpPr>
        <p:grpSpPr>
          <a:xfrm>
            <a:off x="24920993" y="304801"/>
            <a:ext cx="6186247" cy="1619250"/>
            <a:chOff x="12461307" y="152400"/>
            <a:chExt cx="3093325" cy="80962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168C2B9-ADA9-624C-A89E-B96031CDC7FB}"/>
                </a:ext>
              </a:extLst>
            </p:cNvPr>
            <p:cNvSpPr/>
            <p:nvPr/>
          </p:nvSpPr>
          <p:spPr>
            <a:xfrm>
              <a:off x="12461307" y="152400"/>
              <a:ext cx="3093325" cy="809625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400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66E480F3-3121-1048-91F3-2013B6789287}"/>
                </a:ext>
              </a:extLst>
            </p:cNvPr>
            <p:cNvSpPr/>
            <p:nvPr/>
          </p:nvSpPr>
          <p:spPr>
            <a:xfrm>
              <a:off x="12517897" y="219592"/>
              <a:ext cx="2960228" cy="66623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5B7811A-96C0-B740-8247-00986021E3C8}"/>
                </a:ext>
              </a:extLst>
            </p:cNvPr>
            <p:cNvSpPr txBox="1"/>
            <p:nvPr/>
          </p:nvSpPr>
          <p:spPr>
            <a:xfrm>
              <a:off x="13123460" y="325491"/>
              <a:ext cx="2059390" cy="484748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/>
            <a:p>
              <a:pPr marL="0" indent="0" algn="l">
                <a:buNone/>
              </a:pPr>
              <a:r>
                <a:rPr lang="en-US" sz="210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rPr>
                <a:t>Access programmed text formats by using the ‘Indent More’ button to change the indent level.</a:t>
              </a:r>
            </a:p>
          </p:txBody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26E66BBF-CD27-B944-AA22-91FA904C9CE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-1"/>
            <a:stretch/>
          </p:blipFill>
          <p:spPr>
            <a:xfrm>
              <a:off x="12671338" y="333949"/>
              <a:ext cx="320762" cy="350353"/>
            </a:xfrm>
            <a:prstGeom prst="roundRect">
              <a:avLst/>
            </a:prstGeom>
          </p:spPr>
        </p:pic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0A13A8-5EA5-E44A-8141-08D1AFCBC1C6}"/>
              </a:ext>
            </a:extLst>
          </p:cNvPr>
          <p:cNvSpPr>
            <a:spLocks noGrp="1"/>
          </p:cNvSpPr>
          <p:nvPr>
            <p:ph type="dt" sz="half" idx="123"/>
          </p:nvPr>
        </p:nvSpPr>
        <p:spPr/>
        <p:txBody>
          <a:bodyPr/>
          <a:lstStyle/>
          <a:p>
            <a:r>
              <a:rPr lang="en-CA"/>
              <a:t>Date</a:t>
            </a:r>
            <a:endParaRPr lang="en-US"/>
          </a:p>
        </p:txBody>
      </p:sp>
      <p:sp>
        <p:nvSpPr>
          <p:cNvPr id="17" name="Content Placeholder 4">
            <a:extLst>
              <a:ext uri="{FF2B5EF4-FFF2-40B4-BE49-F238E27FC236}">
                <a16:creationId xmlns:a16="http://schemas.microsoft.com/office/drawing/2014/main" id="{F8CB8377-302B-244E-94FB-B36536DBBF83}"/>
              </a:ext>
            </a:extLst>
          </p:cNvPr>
          <p:cNvSpPr>
            <a:spLocks noGrp="1"/>
          </p:cNvSpPr>
          <p:nvPr>
            <p:ph sz="quarter" idx="121"/>
          </p:nvPr>
        </p:nvSpPr>
        <p:spPr>
          <a:xfrm>
            <a:off x="527017" y="3729602"/>
            <a:ext cx="23302009" cy="3610592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  <a:lvl2pPr>
              <a:defRPr sz="32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6" name="Content Placeholder 4">
            <a:extLst>
              <a:ext uri="{FF2B5EF4-FFF2-40B4-BE49-F238E27FC236}">
                <a16:creationId xmlns:a16="http://schemas.microsoft.com/office/drawing/2014/main" id="{97868BA9-EAE1-BE46-A782-0E3108629D3F}"/>
              </a:ext>
            </a:extLst>
          </p:cNvPr>
          <p:cNvSpPr>
            <a:spLocks noGrp="1"/>
          </p:cNvSpPr>
          <p:nvPr>
            <p:ph sz="quarter" idx="122"/>
          </p:nvPr>
        </p:nvSpPr>
        <p:spPr>
          <a:xfrm>
            <a:off x="527017" y="8721108"/>
            <a:ext cx="23302009" cy="3610592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  <a:lvl2pPr>
              <a:defRPr sz="32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3F82DED-6EB8-F143-84A8-3E202BF8D823}"/>
              </a:ext>
            </a:extLst>
          </p:cNvPr>
          <p:cNvCxnSpPr/>
          <p:nvPr userDrawn="1"/>
        </p:nvCxnSpPr>
        <p:spPr>
          <a:xfrm>
            <a:off x="0" y="12683688"/>
            <a:ext cx="24382413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9E12695-8481-344A-94CD-1BA34C793104}"/>
              </a:ext>
            </a:extLst>
          </p:cNvPr>
          <p:cNvGrpSpPr/>
          <p:nvPr userDrawn="1"/>
        </p:nvGrpSpPr>
        <p:grpSpPr>
          <a:xfrm>
            <a:off x="24920993" y="304801"/>
            <a:ext cx="6186247" cy="1619250"/>
            <a:chOff x="12461307" y="152400"/>
            <a:chExt cx="3093325" cy="809625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A2ABF6F-6C10-D846-A337-F9FE18D68BD7}"/>
                </a:ext>
              </a:extLst>
            </p:cNvPr>
            <p:cNvSpPr/>
            <p:nvPr userDrawn="1"/>
          </p:nvSpPr>
          <p:spPr>
            <a:xfrm>
              <a:off x="12461307" y="152400"/>
              <a:ext cx="3093325" cy="809625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400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E78F2830-DDD3-5A46-ADCF-89A99B965A63}"/>
                </a:ext>
              </a:extLst>
            </p:cNvPr>
            <p:cNvSpPr/>
            <p:nvPr userDrawn="1"/>
          </p:nvSpPr>
          <p:spPr>
            <a:xfrm>
              <a:off x="12517897" y="219592"/>
              <a:ext cx="2960228" cy="66623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F67A35B-9453-2E49-B376-334B0D3A2DE8}"/>
                </a:ext>
              </a:extLst>
            </p:cNvPr>
            <p:cNvSpPr txBox="1"/>
            <p:nvPr userDrawn="1"/>
          </p:nvSpPr>
          <p:spPr>
            <a:xfrm>
              <a:off x="13123460" y="325491"/>
              <a:ext cx="2059390" cy="484748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/>
            <a:p>
              <a:pPr marL="0" indent="0" algn="l">
                <a:buNone/>
              </a:pPr>
              <a:r>
                <a:rPr lang="en-US" sz="210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rPr>
                <a:t>Access programmed text formats by using the ‘Indent More’ button to change the indent level.</a:t>
              </a:r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9CF52E7C-5031-294A-9B59-989834F8273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-1"/>
            <a:stretch/>
          </p:blipFill>
          <p:spPr>
            <a:xfrm>
              <a:off x="12671338" y="333949"/>
              <a:ext cx="320762" cy="350353"/>
            </a:xfrm>
            <a:prstGeom prst="round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217370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E1B3A341-ED0E-854D-B998-AE4AF0E50D9C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 bwMode="auto">
          <a:xfrm>
            <a:off x="1997884" y="3039512"/>
            <a:ext cx="2383241" cy="2383396"/>
          </a:xfrm>
          <a:custGeom>
            <a:avLst/>
            <a:gdLst>
              <a:gd name="connsiteX0" fmla="*/ 576064 w 1152128"/>
              <a:gd name="connsiteY0" fmla="*/ 0 h 1152128"/>
              <a:gd name="connsiteX1" fmla="*/ 1152128 w 1152128"/>
              <a:gd name="connsiteY1" fmla="*/ 576064 h 1152128"/>
              <a:gd name="connsiteX2" fmla="*/ 576064 w 1152128"/>
              <a:gd name="connsiteY2" fmla="*/ 1152128 h 1152128"/>
              <a:gd name="connsiteX3" fmla="*/ 0 w 1152128"/>
              <a:gd name="connsiteY3" fmla="*/ 576064 h 1152128"/>
              <a:gd name="connsiteX4" fmla="*/ 576064 w 1152128"/>
              <a:gd name="connsiteY4" fmla="*/ 0 h 1152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2128" h="1152128">
                <a:moveTo>
                  <a:pt x="576064" y="0"/>
                </a:moveTo>
                <a:cubicBezTo>
                  <a:pt x="894215" y="0"/>
                  <a:pt x="1152128" y="257913"/>
                  <a:pt x="1152128" y="576064"/>
                </a:cubicBezTo>
                <a:cubicBezTo>
                  <a:pt x="1152128" y="894215"/>
                  <a:pt x="894215" y="1152128"/>
                  <a:pt x="576064" y="1152128"/>
                </a:cubicBezTo>
                <a:cubicBezTo>
                  <a:pt x="257913" y="1152128"/>
                  <a:pt x="0" y="894215"/>
                  <a:pt x="0" y="576064"/>
                </a:cubicBezTo>
                <a:cubicBezTo>
                  <a:pt x="0" y="257913"/>
                  <a:pt x="257913" y="0"/>
                  <a:pt x="576064" y="0"/>
                </a:cubicBezTo>
                <a:close/>
              </a:path>
            </a:pathLst>
          </a:cu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no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Click to add headshot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824641-2636-9C4A-B81F-8994DD698B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7016" y="304802"/>
            <a:ext cx="23302011" cy="1946276"/>
          </a:xfrm>
        </p:spPr>
        <p:txBody>
          <a:bodyPr/>
          <a:lstStyle/>
          <a:p>
            <a:r>
              <a:rPr lang="en-US" dirty="0"/>
              <a:t>Click to add slide 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8B91D0D-9F61-3B4D-9A9B-E8550E88B92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7016" y="5670335"/>
            <a:ext cx="5324977" cy="922826"/>
          </a:xfrm>
        </p:spPr>
        <p:txBody>
          <a:bodyPr l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 b="1" i="0" cap="none" spc="0"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D724B5D4-892B-344E-ADD3-5946E322FFB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7016" y="6609653"/>
            <a:ext cx="5324977" cy="1184974"/>
          </a:xfrm>
        </p:spPr>
        <p:txBody>
          <a:bodyPr l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F425C022-4754-EE42-8C22-2A6124BAE0D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7016" y="7794626"/>
            <a:ext cx="5324977" cy="4537076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tile tx="0" ty="0" sx="100000" sy="100000" flip="x" algn="tl"/>
          </a:blipFill>
        </p:spPr>
        <p:txBody>
          <a:bodyPr lIns="0" tIns="180000">
            <a:no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400" b="0" i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buNone/>
              <a:defRPr sz="3600">
                <a:solidFill>
                  <a:schemeClr val="tx1"/>
                </a:solidFill>
              </a:defRPr>
            </a:lvl2pPr>
          </a:lstStyle>
          <a:p>
            <a:pPr lvl="1"/>
            <a:r>
              <a:rPr lang="en-US" dirty="0"/>
              <a:t>Click to add bio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66151ECA-E502-F642-A248-BD3AE3ADE55F}"/>
              </a:ext>
            </a:extLst>
          </p:cNvPr>
          <p:cNvCxnSpPr/>
          <p:nvPr/>
        </p:nvCxnSpPr>
        <p:spPr>
          <a:xfrm>
            <a:off x="0" y="12683688"/>
            <a:ext cx="24382413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CA7E929C-7046-3D4E-9BEF-0AA496E0B98F}"/>
              </a:ext>
            </a:extLst>
          </p:cNvPr>
          <p:cNvGrpSpPr/>
          <p:nvPr/>
        </p:nvGrpSpPr>
        <p:grpSpPr>
          <a:xfrm>
            <a:off x="24988403" y="304801"/>
            <a:ext cx="5748046" cy="12741968"/>
            <a:chOff x="12457693" y="0"/>
            <a:chExt cx="2874210" cy="6370984"/>
          </a:xfrm>
        </p:grpSpPr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160E7864-8F6C-DB45-94B2-619632E9B58E}"/>
                </a:ext>
              </a:extLst>
            </p:cNvPr>
            <p:cNvSpPr/>
            <p:nvPr/>
          </p:nvSpPr>
          <p:spPr>
            <a:xfrm>
              <a:off x="12457693" y="0"/>
              <a:ext cx="2798651" cy="6370984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3600"/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9A8C1645-2112-B042-9B2C-3F2E8A9FC110}"/>
                </a:ext>
              </a:extLst>
            </p:cNvPr>
            <p:cNvSpPr txBox="1"/>
            <p:nvPr/>
          </p:nvSpPr>
          <p:spPr>
            <a:xfrm>
              <a:off x="12613762" y="150289"/>
              <a:ext cx="1624942" cy="169277"/>
            </a:xfrm>
            <a:prstGeom prst="rect">
              <a:avLst/>
            </a:prstGeom>
          </p:spPr>
          <p:txBody>
            <a:bodyPr vert="horz" wrap="none" lIns="0" tIns="0" rIns="0" bIns="0" rtlCol="0" anchor="t">
              <a:spAutoFit/>
            </a:bodyPr>
            <a:lstStyle>
              <a:defPPr>
                <a:defRPr lang="en-US"/>
              </a:defPPr>
              <a:lvl1pPr>
                <a:defRPr sz="110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defRPr>
              </a:lvl1pPr>
            </a:lstStyle>
            <a:p>
              <a:pPr marL="0" lvl="0" indent="0">
                <a:buNone/>
              </a:pPr>
              <a:r>
                <a:rPr lang="en-US" sz="2200">
                  <a:solidFill>
                    <a:schemeClr val="bg1"/>
                  </a:solidFill>
                </a:rPr>
                <a:t>HOW TO ADD AN IMAGE</a:t>
              </a:r>
            </a:p>
          </p:txBody>
        </p: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E6B60217-D2C9-8B46-A5A8-32207EAF4295}"/>
                </a:ext>
              </a:extLst>
            </p:cNvPr>
            <p:cNvCxnSpPr>
              <a:cxnSpLocks/>
            </p:cNvCxnSpPr>
            <p:nvPr/>
          </p:nvCxnSpPr>
          <p:spPr>
            <a:xfrm>
              <a:off x="12613762" y="352906"/>
              <a:ext cx="1755381" cy="0"/>
            </a:xfrm>
            <a:prstGeom prst="line">
              <a:avLst/>
            </a:prstGeom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A11CA8CD-48BC-0748-9FD2-F803EF3B9FBD}"/>
                </a:ext>
              </a:extLst>
            </p:cNvPr>
            <p:cNvSpPr txBox="1"/>
            <p:nvPr/>
          </p:nvSpPr>
          <p:spPr>
            <a:xfrm>
              <a:off x="12776177" y="496513"/>
              <a:ext cx="2297338" cy="402418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en-US"/>
              </a:defPPr>
              <a:lvl1pPr lvl="0">
                <a:spcBef>
                  <a:spcPts val="900"/>
                </a:spcBef>
                <a:spcAft>
                  <a:spcPts val="300"/>
                </a:spcAft>
                <a:defRPr sz="800" b="1" cap="all" spc="20" baseline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0" lvl="1" indent="0">
                <a:lnSpc>
                  <a:spcPct val="90000"/>
                </a:lnSpc>
                <a:spcAft>
                  <a:spcPts val="300"/>
                </a:spcAft>
                <a:tabLst/>
                <a:defRPr sz="12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113" lvl="2" indent="0">
                <a:spcBef>
                  <a:spcPts val="300"/>
                </a:spcBef>
                <a:buFont typeface="Wingdings" pitchFamily="2" charset="2"/>
                <a:buNone/>
                <a:tabLst/>
                <a:defRPr sz="800">
                  <a:solidFill>
                    <a:schemeClr val="bg1">
                      <a:lumMod val="85000"/>
                    </a:schemeClr>
                  </a:solidFill>
                </a:defRPr>
              </a:lvl3pPr>
            </a:lstStyle>
            <a:p>
              <a:pPr marL="0" lvl="0" indent="0">
                <a:buFont typeface="Arial" panose="020B0604020202020204" pitchFamily="34" charset="0"/>
                <a:buNone/>
              </a:pPr>
              <a:r>
                <a:rPr lang="en-US" sz="1200" b="1"/>
                <a:t>Method 1: </a:t>
              </a:r>
              <a:r>
                <a:rPr lang="en-US" sz="1200" b="0"/>
                <a:t>DRAG &amp; DROP</a:t>
              </a:r>
            </a:p>
            <a:p>
              <a:pPr lvl="1">
                <a:buNone/>
              </a:pPr>
              <a:r>
                <a:rPr lang="en-US" sz="2100"/>
                <a:t>On an empty master layout, drag and drop an image onto the slide.</a:t>
              </a:r>
            </a:p>
          </p:txBody>
        </p:sp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9554A704-6674-BB43-AB20-2E181F9B57EB}"/>
                </a:ext>
              </a:extLst>
            </p:cNvPr>
            <p:cNvGrpSpPr/>
            <p:nvPr/>
          </p:nvGrpSpPr>
          <p:grpSpPr>
            <a:xfrm>
              <a:off x="12596752" y="2653788"/>
              <a:ext cx="2735151" cy="2087177"/>
              <a:chOff x="12596752" y="5446684"/>
              <a:chExt cx="2735151" cy="2087177"/>
            </a:xfrm>
          </p:grpSpPr>
          <p:grpSp>
            <p:nvGrpSpPr>
              <p:cNvPr id="117" name="Group 116">
                <a:extLst>
                  <a:ext uri="{FF2B5EF4-FFF2-40B4-BE49-F238E27FC236}">
                    <a16:creationId xmlns:a16="http://schemas.microsoft.com/office/drawing/2014/main" id="{012C7B92-F2AA-9F45-A792-FFDCCA4C1309}"/>
                  </a:ext>
                </a:extLst>
              </p:cNvPr>
              <p:cNvGrpSpPr/>
              <p:nvPr/>
            </p:nvGrpSpPr>
            <p:grpSpPr>
              <a:xfrm>
                <a:off x="12596752" y="5446684"/>
                <a:ext cx="2735151" cy="2087177"/>
                <a:chOff x="12596752" y="3550835"/>
                <a:chExt cx="2735151" cy="2087177"/>
              </a:xfrm>
            </p:grpSpPr>
            <p:sp>
              <p:nvSpPr>
                <p:cNvPr id="120" name="Rectangle 119">
                  <a:extLst>
                    <a:ext uri="{FF2B5EF4-FFF2-40B4-BE49-F238E27FC236}">
                      <a16:creationId xmlns:a16="http://schemas.microsoft.com/office/drawing/2014/main" id="{E5544EB0-5E10-254D-8AE0-A8CCC9620441}"/>
                    </a:ext>
                  </a:extLst>
                </p:cNvPr>
                <p:cNvSpPr/>
                <p:nvPr/>
              </p:nvSpPr>
              <p:spPr>
                <a:xfrm>
                  <a:off x="12596752" y="3550835"/>
                  <a:ext cx="2735151" cy="2087177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3600"/>
                </a:p>
              </p:txBody>
            </p:sp>
            <p:sp>
              <p:nvSpPr>
                <p:cNvPr id="121" name="TextBox 120">
                  <a:extLst>
                    <a:ext uri="{FF2B5EF4-FFF2-40B4-BE49-F238E27FC236}">
                      <a16:creationId xmlns:a16="http://schemas.microsoft.com/office/drawing/2014/main" id="{A59A1BCF-4BC0-BF46-B962-07D8C33C7F41}"/>
                    </a:ext>
                  </a:extLst>
                </p:cNvPr>
                <p:cNvSpPr txBox="1"/>
                <p:nvPr/>
              </p:nvSpPr>
              <p:spPr>
                <a:xfrm>
                  <a:off x="12771990" y="4875845"/>
                  <a:ext cx="2422981" cy="498598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t">
                  <a:spAutoFit/>
                </a:bodyPr>
                <a:lstStyle/>
                <a:p>
                  <a:pPr marL="6350" lvl="1" indent="0" algn="l" defTabSz="1828709" rtl="0" eaLnBrk="1" latinLnBrk="0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None/>
                    <a:tabLst/>
                    <a:defRPr/>
                  </a:pPr>
                  <a:r>
                    <a:rPr lang="en-US" sz="1800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Deleting the image may bring the image placeholder to the top layer, covering your text. Right-click on the placeholder and choose “Send to Back”.</a:t>
                  </a:r>
                </a:p>
              </p:txBody>
            </p:sp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1D902BA3-9FC1-474F-9879-75FCD0149012}"/>
                    </a:ext>
                  </a:extLst>
                </p:cNvPr>
                <p:cNvSpPr txBox="1"/>
                <p:nvPr/>
              </p:nvSpPr>
              <p:spPr>
                <a:xfrm>
                  <a:off x="12771991" y="3940775"/>
                  <a:ext cx="2156990" cy="856645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t">
                  <a:spAutoFit/>
                </a:bodyPr>
                <a:lstStyle/>
                <a:p>
                  <a:pPr marL="0" indent="0" algn="l" defTabSz="1828709" rtl="0" eaLnBrk="1" latinLnBrk="0" hangingPunct="1">
                    <a:spcBef>
                      <a:spcPts val="400"/>
                    </a:spcBef>
                    <a:buNone/>
                  </a:pPr>
                  <a:r>
                    <a:rPr lang="en-US" sz="1800" b="1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First, delete the existing image to reset the photo placeholder functionality. </a:t>
                  </a:r>
                  <a:r>
                    <a:rPr lang="en-US" sz="1800" b="0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You may need to shift the gradient aside in order to do this. </a:t>
                  </a:r>
                </a:p>
                <a:p>
                  <a:pPr marL="0" indent="0" algn="l" defTabSz="1828709" rtl="0" eaLnBrk="1" latinLnBrk="0" hangingPunct="1">
                    <a:spcBef>
                      <a:spcPts val="400"/>
                    </a:spcBef>
                    <a:buNone/>
                  </a:pPr>
                  <a:r>
                    <a:rPr lang="en-US" sz="1800" b="0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Second, use one of the methods outlined above to add a new photo. </a:t>
                  </a:r>
                </a:p>
              </p:txBody>
            </p:sp>
            <p:sp>
              <p:nvSpPr>
                <p:cNvPr id="123" name="TextBox 122">
                  <a:extLst>
                    <a:ext uri="{FF2B5EF4-FFF2-40B4-BE49-F238E27FC236}">
                      <a16:creationId xmlns:a16="http://schemas.microsoft.com/office/drawing/2014/main" id="{F439F8BA-92D5-EC44-A78A-81B6BE9DDB8F}"/>
                    </a:ext>
                  </a:extLst>
                </p:cNvPr>
                <p:cNvSpPr txBox="1"/>
                <p:nvPr/>
              </p:nvSpPr>
              <p:spPr>
                <a:xfrm>
                  <a:off x="12771990" y="5385156"/>
                  <a:ext cx="2422981" cy="138500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t">
                  <a:spAutoFit/>
                </a:bodyPr>
                <a:lstStyle/>
                <a:p>
                  <a:pPr marL="0" indent="0" algn="l" defTabSz="1828709" rtl="0" eaLnBrk="1" latinLnBrk="0" hangingPunct="1">
                    <a:spcBef>
                      <a:spcPts val="400"/>
                    </a:spcBef>
                    <a:buNone/>
                  </a:pPr>
                  <a:r>
                    <a:rPr lang="en-US" sz="1800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You can now add a new image as normal.</a:t>
                  </a:r>
                </a:p>
              </p:txBody>
            </p:sp>
          </p:grpSp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E4565E4E-F965-CF47-9AF3-10262D7C7F69}"/>
                  </a:ext>
                </a:extLst>
              </p:cNvPr>
              <p:cNvSpPr txBox="1"/>
              <p:nvPr/>
            </p:nvSpPr>
            <p:spPr>
              <a:xfrm>
                <a:off x="12962943" y="5575485"/>
                <a:ext cx="2368960" cy="169277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/>
              <a:p>
                <a:pPr marL="0" indent="0" algn="l">
                  <a:buNone/>
                </a:pPr>
                <a:r>
                  <a:rPr lang="en-US" sz="2200">
                    <a:solidFill>
                      <a:schemeClr val="accent2"/>
                    </a:solidFill>
                    <a:latin typeface="Arial" charset="0"/>
                    <a:ea typeface="Arial" charset="0"/>
                    <a:cs typeface="Arial" charset="0"/>
                  </a:rPr>
                  <a:t>TIP: Change Image</a:t>
                </a:r>
              </a:p>
            </p:txBody>
          </p:sp>
          <p:pic>
            <p:nvPicPr>
              <p:cNvPr id="119" name="Graphic 118">
                <a:extLst>
                  <a:ext uri="{FF2B5EF4-FFF2-40B4-BE49-F238E27FC236}">
                    <a16:creationId xmlns:a16="http://schemas.microsoft.com/office/drawing/2014/main" id="{AEBD7B6F-3DEE-AD40-9AAF-99977C4B954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2756975" y="5585768"/>
                <a:ext cx="155227" cy="155227"/>
              </a:xfrm>
              <a:prstGeom prst="rect">
                <a:avLst/>
              </a:prstGeom>
            </p:spPr>
          </p:pic>
        </p:grpSp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7B425B32-FE70-644F-8797-8EF8F357BCC5}"/>
                </a:ext>
              </a:extLst>
            </p:cNvPr>
            <p:cNvGrpSpPr/>
            <p:nvPr/>
          </p:nvGrpSpPr>
          <p:grpSpPr>
            <a:xfrm>
              <a:off x="12596752" y="4895098"/>
              <a:ext cx="2735151" cy="1280928"/>
              <a:chOff x="12596752" y="4090029"/>
              <a:chExt cx="2735151" cy="1280928"/>
            </a:xfrm>
          </p:grpSpPr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A922FA7E-E032-194E-B97D-AB34EC836BD2}"/>
                  </a:ext>
                </a:extLst>
              </p:cNvPr>
              <p:cNvSpPr/>
              <p:nvPr/>
            </p:nvSpPr>
            <p:spPr>
              <a:xfrm>
                <a:off x="12596752" y="4090029"/>
                <a:ext cx="2735151" cy="1280928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/>
              </a:p>
            </p:txBody>
          </p:sp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01D6CFBD-0AE8-F241-A5C2-FD0822528B50}"/>
                  </a:ext>
                </a:extLst>
              </p:cNvPr>
              <p:cNvSpPr txBox="1"/>
              <p:nvPr/>
            </p:nvSpPr>
            <p:spPr>
              <a:xfrm>
                <a:off x="12962943" y="4218828"/>
                <a:ext cx="2368960" cy="169277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/>
              <a:p>
                <a:pPr marL="0" indent="0" algn="l">
                  <a:buNone/>
                </a:pPr>
                <a:r>
                  <a:rPr lang="en-US" sz="2200">
                    <a:solidFill>
                      <a:schemeClr val="accent2"/>
                    </a:solidFill>
                    <a:latin typeface="Arial" charset="0"/>
                    <a:ea typeface="Arial" charset="0"/>
                    <a:cs typeface="Arial" charset="0"/>
                  </a:rPr>
                  <a:t>TIP: Crop Image</a:t>
                </a:r>
              </a:p>
            </p:txBody>
          </p:sp>
          <p:pic>
            <p:nvPicPr>
              <p:cNvPr id="114" name="Graphic 113">
                <a:extLst>
                  <a:ext uri="{FF2B5EF4-FFF2-40B4-BE49-F238E27FC236}">
                    <a16:creationId xmlns:a16="http://schemas.microsoft.com/office/drawing/2014/main" id="{6FA7765A-139C-694A-A927-345F327F88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2756975" y="4229111"/>
                <a:ext cx="155227" cy="155227"/>
              </a:xfrm>
              <a:prstGeom prst="rect">
                <a:avLst/>
              </a:prstGeom>
            </p:spPr>
          </p:pic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F6648D52-7111-184F-AF49-A989AA7F5ECE}"/>
                  </a:ext>
                </a:extLst>
              </p:cNvPr>
              <p:cNvSpPr txBox="1"/>
              <p:nvPr/>
            </p:nvSpPr>
            <p:spPr>
              <a:xfrm>
                <a:off x="12756975" y="4483012"/>
                <a:ext cx="2384904" cy="680956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defPPr>
                  <a:defRPr lang="en-US"/>
                </a:defPPr>
                <a:lvl1pPr lvl="0">
                  <a:spcBef>
                    <a:spcPts val="1000"/>
                  </a:spcBef>
                  <a:spcAft>
                    <a:spcPts val="300"/>
                  </a:spcAft>
                  <a:defRPr sz="1050" b="0" cap="none" spc="0" baseline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defRPr>
                </a:lvl1pPr>
                <a:lvl2pPr marL="134938" lvl="1" indent="-131763">
                  <a:lnSpc>
                    <a:spcPct val="90000"/>
                  </a:lnSpc>
                  <a:spcAft>
                    <a:spcPts val="300"/>
                  </a:spcAft>
                  <a:buFont typeface="Wingdings" pitchFamily="2" charset="2"/>
                  <a:buChar char="§"/>
                  <a:tabLst/>
                  <a:defRPr sz="90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defRPr>
                </a:lvl2pPr>
                <a:lvl3pPr marL="11113" lvl="2" indent="0">
                  <a:spcBef>
                    <a:spcPts val="300"/>
                  </a:spcBef>
                  <a:buFont typeface="Wingdings" pitchFamily="2" charset="2"/>
                  <a:buNone/>
                  <a:tabLst/>
                  <a:defRPr sz="800">
                    <a:solidFill>
                      <a:schemeClr val="bg1">
                        <a:lumMod val="85000"/>
                      </a:schemeClr>
                    </a:solidFill>
                  </a:defRPr>
                </a:lvl3pPr>
              </a:lstStyle>
              <a:p>
                <a:pPr marL="6350" lvl="1" indent="0">
                  <a:buNone/>
                  <a:defRPr/>
                </a:pPr>
                <a:r>
                  <a:rPr lang="en-US" sz="18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charset="0"/>
                    <a:cs typeface="Arial" charset="0"/>
                  </a:rPr>
                  <a:t>Right-click on the image.</a:t>
                </a:r>
              </a:p>
              <a:p>
                <a:pPr marL="6350" lvl="1" indent="0">
                  <a:buNone/>
                  <a:defRPr/>
                </a:pPr>
                <a:r>
                  <a:rPr lang="en-US" sz="18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charset="0"/>
                    <a:cs typeface="Arial" charset="0"/>
                  </a:rPr>
                  <a:t>Choose “Crop” from the menu. (       )</a:t>
                </a:r>
              </a:p>
              <a:p>
                <a:pPr marL="6350" lvl="1" indent="0">
                  <a:buNone/>
                  <a:defRPr/>
                </a:pPr>
                <a:r>
                  <a:rPr lang="en-US" sz="18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charset="0"/>
                    <a:cs typeface="Arial" charset="0"/>
                  </a:rPr>
                  <a:t>Adjust the size and position of the image.</a:t>
                </a:r>
              </a:p>
              <a:p>
                <a:pPr marL="6350" lvl="1" indent="0">
                  <a:buNone/>
                  <a:defRPr/>
                </a:pPr>
                <a:r>
                  <a:rPr lang="en-US" sz="18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charset="0"/>
                    <a:cs typeface="Arial" charset="0"/>
                  </a:rPr>
                  <a:t>Press Esc or click outside the image area to exit the cropping mode.</a:t>
                </a:r>
              </a:p>
            </p:txBody>
          </p:sp>
          <p:pic>
            <p:nvPicPr>
              <p:cNvPr id="116" name="Picture 115">
                <a:extLst>
                  <a:ext uri="{FF2B5EF4-FFF2-40B4-BE49-F238E27FC236}">
                    <a16:creationId xmlns:a16="http://schemas.microsoft.com/office/drawing/2014/main" id="{7460780B-D27D-864E-8E82-10F5FA32FB9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14553978" y="4567445"/>
                <a:ext cx="136897" cy="213643"/>
              </a:xfrm>
              <a:prstGeom prst="rect">
                <a:avLst/>
              </a:prstGeom>
              <a:ln w="19050"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</p:pic>
        </p:grp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8D01E91B-AF16-5B46-B5E5-6B5B54E6D313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2577088" y="500436"/>
              <a:ext cx="114706" cy="114706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txBody>
            <a:bodyPr vert="horz" wrap="non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0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1</a:t>
              </a: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2F75532A-74FC-FB4A-A0CF-AAF908803095}"/>
                </a:ext>
              </a:extLst>
            </p:cNvPr>
            <p:cNvSpPr txBox="1"/>
            <p:nvPr/>
          </p:nvSpPr>
          <p:spPr>
            <a:xfrm>
              <a:off x="12776177" y="1104602"/>
              <a:ext cx="2289935" cy="838691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en-US"/>
              </a:defPPr>
              <a:lvl1pPr lvl="0">
                <a:spcBef>
                  <a:spcPts val="900"/>
                </a:spcBef>
                <a:spcAft>
                  <a:spcPts val="300"/>
                </a:spcAft>
                <a:defRPr sz="800" b="1" cap="all" spc="20" baseline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0" lvl="1" indent="0">
                <a:lnSpc>
                  <a:spcPct val="90000"/>
                </a:lnSpc>
                <a:spcAft>
                  <a:spcPts val="300"/>
                </a:spcAft>
                <a:tabLst/>
                <a:defRPr sz="12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113" lvl="2" indent="0">
                <a:spcBef>
                  <a:spcPts val="300"/>
                </a:spcBef>
                <a:buFont typeface="Wingdings" pitchFamily="2" charset="2"/>
                <a:buNone/>
                <a:tabLst/>
                <a:defRPr sz="800">
                  <a:solidFill>
                    <a:schemeClr val="bg1">
                      <a:lumMod val="85000"/>
                    </a:schemeClr>
                  </a:solidFill>
                </a:defRPr>
              </a:lvl3pPr>
            </a:lstStyle>
            <a:p>
              <a:pPr marL="0" lvl="0" indent="0">
                <a:buFont typeface="Arial" panose="020B0604020202020204" pitchFamily="34" charset="0"/>
                <a:buNone/>
              </a:pPr>
              <a:r>
                <a:rPr lang="en-US" sz="1200"/>
                <a:t>Method 2: </a:t>
              </a:r>
              <a:r>
                <a:rPr lang="en-US" sz="1200" b="0"/>
                <a:t>PLACEHOLDER ICON</a:t>
              </a:r>
            </a:p>
            <a:p>
              <a:pPr lvl="1">
                <a:buNone/>
              </a:pPr>
              <a:r>
                <a:rPr lang="en-US" sz="2100"/>
                <a:t>Click the image icon inside the placeholder to browse for an image. You may need to shift the gradient aside in order to access the placeholder icon.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7267567B-78A9-4042-8787-54CFCA56E5C0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2577088" y="1111659"/>
              <a:ext cx="114706" cy="114706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txBody>
            <a:bodyPr vert="horz" wrap="non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0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2</a:t>
              </a: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6ECDD292-0A41-9347-A63B-366424DB3358}"/>
                </a:ext>
              </a:extLst>
            </p:cNvPr>
            <p:cNvSpPr txBox="1"/>
            <p:nvPr/>
          </p:nvSpPr>
          <p:spPr>
            <a:xfrm>
              <a:off x="12776178" y="2120415"/>
              <a:ext cx="1947530" cy="323166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en-US"/>
              </a:defPPr>
              <a:lvl1pPr lvl="0">
                <a:spcBef>
                  <a:spcPts val="900"/>
                </a:spcBef>
                <a:spcAft>
                  <a:spcPts val="300"/>
                </a:spcAft>
                <a:defRPr sz="800" b="1" cap="all" spc="20" baseline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0" lvl="1" indent="0">
                <a:lnSpc>
                  <a:spcPct val="90000"/>
                </a:lnSpc>
                <a:spcAft>
                  <a:spcPts val="300"/>
                </a:spcAft>
                <a:tabLst/>
                <a:defRPr sz="12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113" lvl="2" indent="0">
                <a:spcBef>
                  <a:spcPts val="300"/>
                </a:spcBef>
                <a:buFont typeface="Wingdings" pitchFamily="2" charset="2"/>
                <a:buNone/>
                <a:tabLst/>
                <a:defRPr sz="800">
                  <a:solidFill>
                    <a:schemeClr val="bg1">
                      <a:lumMod val="85000"/>
                    </a:schemeClr>
                  </a:solidFill>
                </a:defRPr>
              </a:lvl3pPr>
            </a:lstStyle>
            <a:p>
              <a:pPr marL="0" lvl="0" indent="0">
                <a:buFont typeface="Arial" panose="020B0604020202020204" pitchFamily="34" charset="0"/>
                <a:buNone/>
              </a:pPr>
              <a:r>
                <a:rPr lang="en-US" sz="2100"/>
                <a:t>Images will fill in from left to right. </a:t>
              </a:r>
            </a:p>
          </p:txBody>
        </p:sp>
      </p:grp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981F64-BA3C-3144-BCAE-2ED89B12E4AD}"/>
              </a:ext>
            </a:extLst>
          </p:cNvPr>
          <p:cNvSpPr>
            <a:spLocks noGrp="1"/>
          </p:cNvSpPr>
          <p:nvPr>
            <p:ph type="dt" sz="half" idx="35"/>
          </p:nvPr>
        </p:nvSpPr>
        <p:spPr/>
        <p:txBody>
          <a:bodyPr/>
          <a:lstStyle/>
          <a:p>
            <a:r>
              <a:rPr lang="en-CA"/>
              <a:t>Date</a:t>
            </a:r>
            <a:endParaRPr lang="en-US"/>
          </a:p>
        </p:txBody>
      </p:sp>
      <p:sp>
        <p:nvSpPr>
          <p:cNvPr id="52" name="Picture Placeholder 35">
            <a:extLst>
              <a:ext uri="{FF2B5EF4-FFF2-40B4-BE49-F238E27FC236}">
                <a16:creationId xmlns:a16="http://schemas.microsoft.com/office/drawing/2014/main" id="{4B0B3411-E35B-9647-A09B-711F029FC35E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 bwMode="auto">
          <a:xfrm>
            <a:off x="8044722" y="3039512"/>
            <a:ext cx="2383241" cy="2383396"/>
          </a:xfrm>
          <a:custGeom>
            <a:avLst/>
            <a:gdLst>
              <a:gd name="connsiteX0" fmla="*/ 576064 w 1152128"/>
              <a:gd name="connsiteY0" fmla="*/ 0 h 1152128"/>
              <a:gd name="connsiteX1" fmla="*/ 1152128 w 1152128"/>
              <a:gd name="connsiteY1" fmla="*/ 576064 h 1152128"/>
              <a:gd name="connsiteX2" fmla="*/ 576064 w 1152128"/>
              <a:gd name="connsiteY2" fmla="*/ 1152128 h 1152128"/>
              <a:gd name="connsiteX3" fmla="*/ 0 w 1152128"/>
              <a:gd name="connsiteY3" fmla="*/ 576064 h 1152128"/>
              <a:gd name="connsiteX4" fmla="*/ 576064 w 1152128"/>
              <a:gd name="connsiteY4" fmla="*/ 0 h 1152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2128" h="1152128">
                <a:moveTo>
                  <a:pt x="576064" y="0"/>
                </a:moveTo>
                <a:cubicBezTo>
                  <a:pt x="894215" y="0"/>
                  <a:pt x="1152128" y="257913"/>
                  <a:pt x="1152128" y="576064"/>
                </a:cubicBezTo>
                <a:cubicBezTo>
                  <a:pt x="1152128" y="894215"/>
                  <a:pt x="894215" y="1152128"/>
                  <a:pt x="576064" y="1152128"/>
                </a:cubicBezTo>
                <a:cubicBezTo>
                  <a:pt x="257913" y="1152128"/>
                  <a:pt x="0" y="894215"/>
                  <a:pt x="0" y="576064"/>
                </a:cubicBezTo>
                <a:cubicBezTo>
                  <a:pt x="0" y="257913"/>
                  <a:pt x="257913" y="0"/>
                  <a:pt x="576064" y="0"/>
                </a:cubicBezTo>
                <a:close/>
              </a:path>
            </a:pathLst>
          </a:cu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no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Click to add headshot</a:t>
            </a:r>
          </a:p>
        </p:txBody>
      </p:sp>
      <p:sp>
        <p:nvSpPr>
          <p:cNvPr id="53" name="Text Placeholder 9">
            <a:extLst>
              <a:ext uri="{FF2B5EF4-FFF2-40B4-BE49-F238E27FC236}">
                <a16:creationId xmlns:a16="http://schemas.microsoft.com/office/drawing/2014/main" id="{AA80F8C2-4050-A045-AD94-75AD73F6EB0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573854" y="5670335"/>
            <a:ext cx="5324977" cy="922826"/>
          </a:xfrm>
        </p:spPr>
        <p:txBody>
          <a:bodyPr l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 b="1" i="0" cap="none" spc="0"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54" name="Text Placeholder 9">
            <a:extLst>
              <a:ext uri="{FF2B5EF4-FFF2-40B4-BE49-F238E27FC236}">
                <a16:creationId xmlns:a16="http://schemas.microsoft.com/office/drawing/2014/main" id="{6273F053-3DCA-A043-9247-ECABDCA39FE0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573854" y="6609653"/>
            <a:ext cx="5324977" cy="1184974"/>
          </a:xfrm>
        </p:spPr>
        <p:txBody>
          <a:bodyPr l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55" name="Text Placeholder 9">
            <a:extLst>
              <a:ext uri="{FF2B5EF4-FFF2-40B4-BE49-F238E27FC236}">
                <a16:creationId xmlns:a16="http://schemas.microsoft.com/office/drawing/2014/main" id="{CD4EC102-A65D-9E4C-A5BB-85175C8C12C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573854" y="7794626"/>
            <a:ext cx="5324977" cy="4537076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tile tx="0" ty="0" sx="100000" sy="100000" flip="x" algn="tl"/>
          </a:blipFill>
        </p:spPr>
        <p:txBody>
          <a:bodyPr lIns="0" tIns="180000">
            <a:no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400" b="0" i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buNone/>
              <a:defRPr sz="3600">
                <a:solidFill>
                  <a:schemeClr val="tx1"/>
                </a:solidFill>
              </a:defRPr>
            </a:lvl2pPr>
          </a:lstStyle>
          <a:p>
            <a:pPr lvl="1"/>
            <a:r>
              <a:rPr lang="en-US" dirty="0"/>
              <a:t>Click to add bio</a:t>
            </a:r>
          </a:p>
        </p:txBody>
      </p:sp>
      <p:sp>
        <p:nvSpPr>
          <p:cNvPr id="56" name="Picture Placeholder 35">
            <a:extLst>
              <a:ext uri="{FF2B5EF4-FFF2-40B4-BE49-F238E27FC236}">
                <a16:creationId xmlns:a16="http://schemas.microsoft.com/office/drawing/2014/main" id="{8BEC7FBF-6709-EB48-80A3-EB7EB20E5849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 bwMode="auto">
          <a:xfrm>
            <a:off x="14042796" y="3039512"/>
            <a:ext cx="2383241" cy="2383396"/>
          </a:xfrm>
          <a:custGeom>
            <a:avLst/>
            <a:gdLst>
              <a:gd name="connsiteX0" fmla="*/ 576064 w 1152128"/>
              <a:gd name="connsiteY0" fmla="*/ 0 h 1152128"/>
              <a:gd name="connsiteX1" fmla="*/ 1152128 w 1152128"/>
              <a:gd name="connsiteY1" fmla="*/ 576064 h 1152128"/>
              <a:gd name="connsiteX2" fmla="*/ 576064 w 1152128"/>
              <a:gd name="connsiteY2" fmla="*/ 1152128 h 1152128"/>
              <a:gd name="connsiteX3" fmla="*/ 0 w 1152128"/>
              <a:gd name="connsiteY3" fmla="*/ 576064 h 1152128"/>
              <a:gd name="connsiteX4" fmla="*/ 576064 w 1152128"/>
              <a:gd name="connsiteY4" fmla="*/ 0 h 1152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2128" h="1152128">
                <a:moveTo>
                  <a:pt x="576064" y="0"/>
                </a:moveTo>
                <a:cubicBezTo>
                  <a:pt x="894215" y="0"/>
                  <a:pt x="1152128" y="257913"/>
                  <a:pt x="1152128" y="576064"/>
                </a:cubicBezTo>
                <a:cubicBezTo>
                  <a:pt x="1152128" y="894215"/>
                  <a:pt x="894215" y="1152128"/>
                  <a:pt x="576064" y="1152128"/>
                </a:cubicBezTo>
                <a:cubicBezTo>
                  <a:pt x="257913" y="1152128"/>
                  <a:pt x="0" y="894215"/>
                  <a:pt x="0" y="576064"/>
                </a:cubicBezTo>
                <a:cubicBezTo>
                  <a:pt x="0" y="257913"/>
                  <a:pt x="257913" y="0"/>
                  <a:pt x="576064" y="0"/>
                </a:cubicBezTo>
                <a:close/>
              </a:path>
            </a:pathLst>
          </a:cu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no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Click to add headshot</a:t>
            </a:r>
          </a:p>
        </p:txBody>
      </p:sp>
      <p:sp>
        <p:nvSpPr>
          <p:cNvPr id="57" name="Text Placeholder 9">
            <a:extLst>
              <a:ext uri="{FF2B5EF4-FFF2-40B4-BE49-F238E27FC236}">
                <a16:creationId xmlns:a16="http://schemas.microsoft.com/office/drawing/2014/main" id="{A8A8F3F9-4899-1146-B73A-B5BB6961B2E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2571928" y="5670335"/>
            <a:ext cx="5324977" cy="922826"/>
          </a:xfrm>
        </p:spPr>
        <p:txBody>
          <a:bodyPr l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 b="1" i="0" cap="none" spc="0"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58" name="Text Placeholder 9">
            <a:extLst>
              <a:ext uri="{FF2B5EF4-FFF2-40B4-BE49-F238E27FC236}">
                <a16:creationId xmlns:a16="http://schemas.microsoft.com/office/drawing/2014/main" id="{92995636-5046-7345-92E7-A945A3630071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2571928" y="6609653"/>
            <a:ext cx="5324977" cy="1184974"/>
          </a:xfrm>
        </p:spPr>
        <p:txBody>
          <a:bodyPr l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59" name="Text Placeholder 9">
            <a:extLst>
              <a:ext uri="{FF2B5EF4-FFF2-40B4-BE49-F238E27FC236}">
                <a16:creationId xmlns:a16="http://schemas.microsoft.com/office/drawing/2014/main" id="{C180E255-7138-284A-BDF9-C028FF950A89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2571928" y="7794626"/>
            <a:ext cx="5324977" cy="4537076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tile tx="0" ty="0" sx="100000" sy="100000" flip="x" algn="tl"/>
          </a:blipFill>
        </p:spPr>
        <p:txBody>
          <a:bodyPr lIns="0" tIns="180000">
            <a:no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400" b="0" i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buNone/>
              <a:defRPr sz="3600">
                <a:solidFill>
                  <a:schemeClr val="tx1"/>
                </a:solidFill>
              </a:defRPr>
            </a:lvl2pPr>
          </a:lstStyle>
          <a:p>
            <a:pPr lvl="1"/>
            <a:r>
              <a:rPr lang="en-US" dirty="0"/>
              <a:t>Click to add bio</a:t>
            </a:r>
          </a:p>
        </p:txBody>
      </p:sp>
      <p:sp>
        <p:nvSpPr>
          <p:cNvPr id="60" name="Picture Placeholder 35">
            <a:extLst>
              <a:ext uri="{FF2B5EF4-FFF2-40B4-BE49-F238E27FC236}">
                <a16:creationId xmlns:a16="http://schemas.microsoft.com/office/drawing/2014/main" id="{2EA761DA-83F1-924F-B29B-E54668336CC8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 bwMode="auto">
          <a:xfrm>
            <a:off x="19992105" y="3039512"/>
            <a:ext cx="2383241" cy="2383396"/>
          </a:xfrm>
          <a:custGeom>
            <a:avLst/>
            <a:gdLst>
              <a:gd name="connsiteX0" fmla="*/ 576064 w 1152128"/>
              <a:gd name="connsiteY0" fmla="*/ 0 h 1152128"/>
              <a:gd name="connsiteX1" fmla="*/ 1152128 w 1152128"/>
              <a:gd name="connsiteY1" fmla="*/ 576064 h 1152128"/>
              <a:gd name="connsiteX2" fmla="*/ 576064 w 1152128"/>
              <a:gd name="connsiteY2" fmla="*/ 1152128 h 1152128"/>
              <a:gd name="connsiteX3" fmla="*/ 0 w 1152128"/>
              <a:gd name="connsiteY3" fmla="*/ 576064 h 1152128"/>
              <a:gd name="connsiteX4" fmla="*/ 576064 w 1152128"/>
              <a:gd name="connsiteY4" fmla="*/ 0 h 1152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2128" h="1152128">
                <a:moveTo>
                  <a:pt x="576064" y="0"/>
                </a:moveTo>
                <a:cubicBezTo>
                  <a:pt x="894215" y="0"/>
                  <a:pt x="1152128" y="257913"/>
                  <a:pt x="1152128" y="576064"/>
                </a:cubicBezTo>
                <a:cubicBezTo>
                  <a:pt x="1152128" y="894215"/>
                  <a:pt x="894215" y="1152128"/>
                  <a:pt x="576064" y="1152128"/>
                </a:cubicBezTo>
                <a:cubicBezTo>
                  <a:pt x="257913" y="1152128"/>
                  <a:pt x="0" y="894215"/>
                  <a:pt x="0" y="576064"/>
                </a:cubicBezTo>
                <a:cubicBezTo>
                  <a:pt x="0" y="257913"/>
                  <a:pt x="257913" y="0"/>
                  <a:pt x="576064" y="0"/>
                </a:cubicBezTo>
                <a:close/>
              </a:path>
            </a:pathLst>
          </a:cu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no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Click to add headshot</a:t>
            </a:r>
          </a:p>
        </p:txBody>
      </p:sp>
      <p:sp>
        <p:nvSpPr>
          <p:cNvPr id="61" name="Text Placeholder 9">
            <a:extLst>
              <a:ext uri="{FF2B5EF4-FFF2-40B4-BE49-F238E27FC236}">
                <a16:creationId xmlns:a16="http://schemas.microsoft.com/office/drawing/2014/main" id="{AEF904AA-51FA-504E-9121-A959C42AE63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8521237" y="5670335"/>
            <a:ext cx="5324977" cy="922826"/>
          </a:xfrm>
        </p:spPr>
        <p:txBody>
          <a:bodyPr l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 b="1" i="0" cap="none" spc="0"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62" name="Text Placeholder 9">
            <a:extLst>
              <a:ext uri="{FF2B5EF4-FFF2-40B4-BE49-F238E27FC236}">
                <a16:creationId xmlns:a16="http://schemas.microsoft.com/office/drawing/2014/main" id="{7491FE42-DE74-4C46-97D3-94F6733D193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8521237" y="6609653"/>
            <a:ext cx="5324977" cy="1184974"/>
          </a:xfrm>
        </p:spPr>
        <p:txBody>
          <a:bodyPr l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63" name="Text Placeholder 9">
            <a:extLst>
              <a:ext uri="{FF2B5EF4-FFF2-40B4-BE49-F238E27FC236}">
                <a16:creationId xmlns:a16="http://schemas.microsoft.com/office/drawing/2014/main" id="{D0207C6D-5318-6545-96A3-3A7CDCDC1207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8521237" y="7794626"/>
            <a:ext cx="5324977" cy="4537076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tile tx="0" ty="0" sx="100000" sy="100000" flip="x" algn="tl"/>
          </a:blipFill>
        </p:spPr>
        <p:txBody>
          <a:bodyPr lIns="0" tIns="180000">
            <a:no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400" b="0" i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buNone/>
              <a:defRPr sz="3600">
                <a:solidFill>
                  <a:schemeClr val="tx1"/>
                </a:solidFill>
              </a:defRPr>
            </a:lvl2pPr>
          </a:lstStyle>
          <a:p>
            <a:pPr lvl="1"/>
            <a:r>
              <a:rPr lang="en-US" dirty="0"/>
              <a:t>Click to add bio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44820AF-E512-8240-BAB4-8B0593383A41}"/>
              </a:ext>
            </a:extLst>
          </p:cNvPr>
          <p:cNvCxnSpPr/>
          <p:nvPr userDrawn="1"/>
        </p:nvCxnSpPr>
        <p:spPr>
          <a:xfrm>
            <a:off x="0" y="12683688"/>
            <a:ext cx="24382413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Group 44">
            <a:extLst>
              <a:ext uri="{FF2B5EF4-FFF2-40B4-BE49-F238E27FC236}">
                <a16:creationId xmlns:a16="http://schemas.microsoft.com/office/drawing/2014/main" id="{95906DB5-85C5-384C-BB11-D321F15CC6DE}"/>
              </a:ext>
            </a:extLst>
          </p:cNvPr>
          <p:cNvGrpSpPr/>
          <p:nvPr userDrawn="1"/>
        </p:nvGrpSpPr>
        <p:grpSpPr>
          <a:xfrm>
            <a:off x="24988403" y="304801"/>
            <a:ext cx="5748046" cy="12741968"/>
            <a:chOff x="12457693" y="0"/>
            <a:chExt cx="2874210" cy="6370984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AD1DA561-68EE-5244-A277-98B0740F57D7}"/>
                </a:ext>
              </a:extLst>
            </p:cNvPr>
            <p:cNvSpPr/>
            <p:nvPr userDrawn="1"/>
          </p:nvSpPr>
          <p:spPr>
            <a:xfrm>
              <a:off x="12457693" y="0"/>
              <a:ext cx="2798651" cy="6370984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3600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2E4F8350-ABB5-6B46-8695-4F904832D4F7}"/>
                </a:ext>
              </a:extLst>
            </p:cNvPr>
            <p:cNvSpPr txBox="1"/>
            <p:nvPr userDrawn="1"/>
          </p:nvSpPr>
          <p:spPr>
            <a:xfrm>
              <a:off x="12613762" y="150289"/>
              <a:ext cx="1624942" cy="169277"/>
            </a:xfrm>
            <a:prstGeom prst="rect">
              <a:avLst/>
            </a:prstGeom>
          </p:spPr>
          <p:txBody>
            <a:bodyPr vert="horz" wrap="none" lIns="0" tIns="0" rIns="0" bIns="0" rtlCol="0" anchor="t">
              <a:spAutoFit/>
            </a:bodyPr>
            <a:lstStyle>
              <a:defPPr>
                <a:defRPr lang="en-US"/>
              </a:defPPr>
              <a:lvl1pPr>
                <a:defRPr sz="110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defRPr>
              </a:lvl1pPr>
            </a:lstStyle>
            <a:p>
              <a:pPr marL="0" lvl="0" indent="0">
                <a:buNone/>
              </a:pPr>
              <a:r>
                <a:rPr lang="en-US" sz="2200">
                  <a:solidFill>
                    <a:schemeClr val="bg1"/>
                  </a:solidFill>
                </a:rPr>
                <a:t>HOW TO ADD AN IMAGE</a:t>
              </a:r>
            </a:p>
          </p:txBody>
        </p: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98AB25F9-8C72-DA41-BEB9-72FA1FFC05D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613762" y="352906"/>
              <a:ext cx="1755381" cy="0"/>
            </a:xfrm>
            <a:prstGeom prst="line">
              <a:avLst/>
            </a:prstGeom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4EA40190-EF40-8A47-B111-14EDDAAC69B5}"/>
                </a:ext>
              </a:extLst>
            </p:cNvPr>
            <p:cNvSpPr txBox="1"/>
            <p:nvPr userDrawn="1"/>
          </p:nvSpPr>
          <p:spPr>
            <a:xfrm>
              <a:off x="12776177" y="496513"/>
              <a:ext cx="2297338" cy="402418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en-US"/>
              </a:defPPr>
              <a:lvl1pPr lvl="0">
                <a:spcBef>
                  <a:spcPts val="900"/>
                </a:spcBef>
                <a:spcAft>
                  <a:spcPts val="300"/>
                </a:spcAft>
                <a:defRPr sz="800" b="1" cap="all" spc="20" baseline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0" lvl="1" indent="0">
                <a:lnSpc>
                  <a:spcPct val="90000"/>
                </a:lnSpc>
                <a:spcAft>
                  <a:spcPts val="300"/>
                </a:spcAft>
                <a:tabLst/>
                <a:defRPr sz="12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113" lvl="2" indent="0">
                <a:spcBef>
                  <a:spcPts val="300"/>
                </a:spcBef>
                <a:buFont typeface="Wingdings" pitchFamily="2" charset="2"/>
                <a:buNone/>
                <a:tabLst/>
                <a:defRPr sz="800">
                  <a:solidFill>
                    <a:schemeClr val="bg1">
                      <a:lumMod val="85000"/>
                    </a:schemeClr>
                  </a:solidFill>
                </a:defRPr>
              </a:lvl3pPr>
            </a:lstStyle>
            <a:p>
              <a:pPr marL="0" lvl="0" indent="0">
                <a:buFont typeface="Arial" panose="020B0604020202020204" pitchFamily="34" charset="0"/>
                <a:buNone/>
              </a:pPr>
              <a:r>
                <a:rPr lang="en-US" sz="1200" b="1"/>
                <a:t>Method 1: </a:t>
              </a:r>
              <a:r>
                <a:rPr lang="en-US" sz="1200" b="0"/>
                <a:t>DRAG &amp; DROP</a:t>
              </a:r>
            </a:p>
            <a:p>
              <a:pPr lvl="1">
                <a:buNone/>
              </a:pPr>
              <a:r>
                <a:rPr lang="en-US" sz="2100"/>
                <a:t>On an empty master layout, drag and drop an image onto the slide.</a:t>
              </a:r>
            </a:p>
          </p:txBody>
        </p: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8CBEBA68-8C77-CD40-B7B6-11CB5B37035C}"/>
                </a:ext>
              </a:extLst>
            </p:cNvPr>
            <p:cNvGrpSpPr/>
            <p:nvPr userDrawn="1"/>
          </p:nvGrpSpPr>
          <p:grpSpPr>
            <a:xfrm>
              <a:off x="12596752" y="2653788"/>
              <a:ext cx="2735151" cy="2087177"/>
              <a:chOff x="12596752" y="5446684"/>
              <a:chExt cx="2735151" cy="2087177"/>
            </a:xfrm>
          </p:grpSpPr>
          <p:grpSp>
            <p:nvGrpSpPr>
              <p:cNvPr id="74" name="Group 73">
                <a:extLst>
                  <a:ext uri="{FF2B5EF4-FFF2-40B4-BE49-F238E27FC236}">
                    <a16:creationId xmlns:a16="http://schemas.microsoft.com/office/drawing/2014/main" id="{EA671BEC-2CA8-BD49-A69C-5A6D46B44CFC}"/>
                  </a:ext>
                </a:extLst>
              </p:cNvPr>
              <p:cNvGrpSpPr/>
              <p:nvPr userDrawn="1"/>
            </p:nvGrpSpPr>
            <p:grpSpPr>
              <a:xfrm>
                <a:off x="12596752" y="5446684"/>
                <a:ext cx="2735151" cy="2087177"/>
                <a:chOff x="12596752" y="3550835"/>
                <a:chExt cx="2735151" cy="2087177"/>
              </a:xfrm>
            </p:grpSpPr>
            <p:sp>
              <p:nvSpPr>
                <p:cNvPr id="77" name="Rectangle 76">
                  <a:extLst>
                    <a:ext uri="{FF2B5EF4-FFF2-40B4-BE49-F238E27FC236}">
                      <a16:creationId xmlns:a16="http://schemas.microsoft.com/office/drawing/2014/main" id="{B87B84A5-F13C-D147-9C57-5C42A6C332D5}"/>
                    </a:ext>
                  </a:extLst>
                </p:cNvPr>
                <p:cNvSpPr/>
                <p:nvPr userDrawn="1"/>
              </p:nvSpPr>
              <p:spPr>
                <a:xfrm>
                  <a:off x="12596752" y="3550835"/>
                  <a:ext cx="2735151" cy="2087177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3600"/>
                </a:p>
              </p:txBody>
            </p:sp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C771A46B-0D7F-5046-812B-73E38F9A6D8F}"/>
                    </a:ext>
                  </a:extLst>
                </p:cNvPr>
                <p:cNvSpPr txBox="1"/>
                <p:nvPr userDrawn="1"/>
              </p:nvSpPr>
              <p:spPr>
                <a:xfrm>
                  <a:off x="12771990" y="4875845"/>
                  <a:ext cx="2422981" cy="498598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t">
                  <a:spAutoFit/>
                </a:bodyPr>
                <a:lstStyle/>
                <a:p>
                  <a:pPr marL="6350" lvl="1" indent="0" algn="l" defTabSz="1828709" rtl="0" eaLnBrk="1" latinLnBrk="0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None/>
                    <a:tabLst/>
                    <a:defRPr/>
                  </a:pPr>
                  <a:r>
                    <a:rPr lang="en-US" sz="1800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Deleting the image may bring the image placeholder to the top layer, covering your text. Right-click on the placeholder and choose “Send to Back”.</a:t>
                  </a:r>
                </a:p>
              </p:txBody>
            </p:sp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87031E56-E9FB-7C4B-8D15-6E0255F9AF09}"/>
                    </a:ext>
                  </a:extLst>
                </p:cNvPr>
                <p:cNvSpPr txBox="1"/>
                <p:nvPr userDrawn="1"/>
              </p:nvSpPr>
              <p:spPr>
                <a:xfrm>
                  <a:off x="12771991" y="3940775"/>
                  <a:ext cx="2156990" cy="856645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t">
                  <a:spAutoFit/>
                </a:bodyPr>
                <a:lstStyle/>
                <a:p>
                  <a:pPr marL="0" indent="0" algn="l" defTabSz="1828709" rtl="0" eaLnBrk="1" latinLnBrk="0" hangingPunct="1">
                    <a:spcBef>
                      <a:spcPts val="400"/>
                    </a:spcBef>
                    <a:buNone/>
                  </a:pPr>
                  <a:r>
                    <a:rPr lang="en-US" sz="1800" b="1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First, delete the existing image to reset the photo placeholder functionality. </a:t>
                  </a:r>
                  <a:r>
                    <a:rPr lang="en-US" sz="1800" b="0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You may need to shift the gradient aside in order to do this. </a:t>
                  </a:r>
                </a:p>
                <a:p>
                  <a:pPr marL="0" indent="0" algn="l" defTabSz="1828709" rtl="0" eaLnBrk="1" latinLnBrk="0" hangingPunct="1">
                    <a:spcBef>
                      <a:spcPts val="400"/>
                    </a:spcBef>
                    <a:buNone/>
                  </a:pPr>
                  <a:r>
                    <a:rPr lang="en-US" sz="1800" b="0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Second, use one of the methods outlined above to add a new photo. </a:t>
                  </a:r>
                </a:p>
              </p:txBody>
            </p:sp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0D3AA56C-A466-B149-8529-45FB94CC86F2}"/>
                    </a:ext>
                  </a:extLst>
                </p:cNvPr>
                <p:cNvSpPr txBox="1"/>
                <p:nvPr userDrawn="1"/>
              </p:nvSpPr>
              <p:spPr>
                <a:xfrm>
                  <a:off x="12771990" y="5385156"/>
                  <a:ext cx="2422981" cy="138500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t">
                  <a:spAutoFit/>
                </a:bodyPr>
                <a:lstStyle/>
                <a:p>
                  <a:pPr marL="0" indent="0" algn="l" defTabSz="1828709" rtl="0" eaLnBrk="1" latinLnBrk="0" hangingPunct="1">
                    <a:spcBef>
                      <a:spcPts val="400"/>
                    </a:spcBef>
                    <a:buNone/>
                  </a:pPr>
                  <a:r>
                    <a:rPr lang="en-US" sz="1800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You can now add a new image as normal.</a:t>
                  </a:r>
                </a:p>
              </p:txBody>
            </p:sp>
          </p:grp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86C79558-FB2F-6A4C-B81C-B772CA22DAFF}"/>
                  </a:ext>
                </a:extLst>
              </p:cNvPr>
              <p:cNvSpPr txBox="1"/>
              <p:nvPr userDrawn="1"/>
            </p:nvSpPr>
            <p:spPr>
              <a:xfrm>
                <a:off x="12962943" y="5575485"/>
                <a:ext cx="2368960" cy="169277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/>
              <a:p>
                <a:pPr marL="0" indent="0" algn="l">
                  <a:buNone/>
                </a:pPr>
                <a:r>
                  <a:rPr lang="en-US" sz="2200">
                    <a:solidFill>
                      <a:schemeClr val="accent2"/>
                    </a:solidFill>
                    <a:latin typeface="Arial" charset="0"/>
                    <a:ea typeface="Arial" charset="0"/>
                    <a:cs typeface="Arial" charset="0"/>
                  </a:rPr>
                  <a:t>TIP: Change Image</a:t>
                </a:r>
              </a:p>
            </p:txBody>
          </p:sp>
          <p:pic>
            <p:nvPicPr>
              <p:cNvPr id="76" name="Graphic 75">
                <a:extLst>
                  <a:ext uri="{FF2B5EF4-FFF2-40B4-BE49-F238E27FC236}">
                    <a16:creationId xmlns:a16="http://schemas.microsoft.com/office/drawing/2014/main" id="{37682E1C-27B7-A547-93F7-EABEB3BA3AAD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2756975" y="5585768"/>
                <a:ext cx="155227" cy="155227"/>
              </a:xfrm>
              <a:prstGeom prst="rect">
                <a:avLst/>
              </a:prstGeom>
            </p:spPr>
          </p:pic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A7B16F0B-6003-D644-920E-FC360EC07596}"/>
                </a:ext>
              </a:extLst>
            </p:cNvPr>
            <p:cNvGrpSpPr/>
            <p:nvPr userDrawn="1"/>
          </p:nvGrpSpPr>
          <p:grpSpPr>
            <a:xfrm>
              <a:off x="12596752" y="4895098"/>
              <a:ext cx="2735151" cy="1280928"/>
              <a:chOff x="12596752" y="4090029"/>
              <a:chExt cx="2735151" cy="1280928"/>
            </a:xfrm>
          </p:grpSpPr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6AB3FE7C-019F-684C-AEBF-462BD7A46240}"/>
                  </a:ext>
                </a:extLst>
              </p:cNvPr>
              <p:cNvSpPr/>
              <p:nvPr userDrawn="1"/>
            </p:nvSpPr>
            <p:spPr>
              <a:xfrm>
                <a:off x="12596752" y="4090029"/>
                <a:ext cx="2735151" cy="1280928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/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3669262E-7620-7849-9B5E-55CD325010B0}"/>
                  </a:ext>
                </a:extLst>
              </p:cNvPr>
              <p:cNvSpPr txBox="1"/>
              <p:nvPr userDrawn="1"/>
            </p:nvSpPr>
            <p:spPr>
              <a:xfrm>
                <a:off x="12962943" y="4218828"/>
                <a:ext cx="2368960" cy="169277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/>
              <a:p>
                <a:pPr marL="0" indent="0" algn="l">
                  <a:buNone/>
                </a:pPr>
                <a:r>
                  <a:rPr lang="en-US" sz="2200">
                    <a:solidFill>
                      <a:schemeClr val="accent2"/>
                    </a:solidFill>
                    <a:latin typeface="Arial" charset="0"/>
                    <a:ea typeface="Arial" charset="0"/>
                    <a:cs typeface="Arial" charset="0"/>
                  </a:rPr>
                  <a:t>TIP: Crop Image</a:t>
                </a:r>
              </a:p>
            </p:txBody>
          </p:sp>
          <p:pic>
            <p:nvPicPr>
              <p:cNvPr id="71" name="Graphic 70">
                <a:extLst>
                  <a:ext uri="{FF2B5EF4-FFF2-40B4-BE49-F238E27FC236}">
                    <a16:creationId xmlns:a16="http://schemas.microsoft.com/office/drawing/2014/main" id="{4DF8E3F2-6070-5143-9BE4-6C94EA07C21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2756975" y="4229111"/>
                <a:ext cx="155227" cy="155227"/>
              </a:xfrm>
              <a:prstGeom prst="rect">
                <a:avLst/>
              </a:prstGeom>
            </p:spPr>
          </p:pic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4898F657-335D-6048-B1DD-1B4FDC0DD73C}"/>
                  </a:ext>
                </a:extLst>
              </p:cNvPr>
              <p:cNvSpPr txBox="1"/>
              <p:nvPr userDrawn="1"/>
            </p:nvSpPr>
            <p:spPr>
              <a:xfrm>
                <a:off x="12756975" y="4483012"/>
                <a:ext cx="2384904" cy="680956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defPPr>
                  <a:defRPr lang="en-US"/>
                </a:defPPr>
                <a:lvl1pPr lvl="0">
                  <a:spcBef>
                    <a:spcPts val="1000"/>
                  </a:spcBef>
                  <a:spcAft>
                    <a:spcPts val="300"/>
                  </a:spcAft>
                  <a:defRPr sz="1050" b="0" cap="none" spc="0" baseline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defRPr>
                </a:lvl1pPr>
                <a:lvl2pPr marL="134938" lvl="1" indent="-131763">
                  <a:lnSpc>
                    <a:spcPct val="90000"/>
                  </a:lnSpc>
                  <a:spcAft>
                    <a:spcPts val="300"/>
                  </a:spcAft>
                  <a:buFont typeface="Wingdings" pitchFamily="2" charset="2"/>
                  <a:buChar char="§"/>
                  <a:tabLst/>
                  <a:defRPr sz="90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defRPr>
                </a:lvl2pPr>
                <a:lvl3pPr marL="11113" lvl="2" indent="0">
                  <a:spcBef>
                    <a:spcPts val="300"/>
                  </a:spcBef>
                  <a:buFont typeface="Wingdings" pitchFamily="2" charset="2"/>
                  <a:buNone/>
                  <a:tabLst/>
                  <a:defRPr sz="800">
                    <a:solidFill>
                      <a:schemeClr val="bg1">
                        <a:lumMod val="85000"/>
                      </a:schemeClr>
                    </a:solidFill>
                  </a:defRPr>
                </a:lvl3pPr>
              </a:lstStyle>
              <a:p>
                <a:pPr marL="6350" lvl="1" indent="0">
                  <a:buNone/>
                  <a:defRPr/>
                </a:pPr>
                <a:r>
                  <a:rPr lang="en-US" sz="18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charset="0"/>
                    <a:cs typeface="Arial" charset="0"/>
                  </a:rPr>
                  <a:t>Right-click on the image.</a:t>
                </a:r>
              </a:p>
              <a:p>
                <a:pPr marL="6350" lvl="1" indent="0">
                  <a:buNone/>
                  <a:defRPr/>
                </a:pPr>
                <a:r>
                  <a:rPr lang="en-US" sz="18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charset="0"/>
                    <a:cs typeface="Arial" charset="0"/>
                  </a:rPr>
                  <a:t>Choose “Crop” from the menu. (       )</a:t>
                </a:r>
              </a:p>
              <a:p>
                <a:pPr marL="6350" lvl="1" indent="0">
                  <a:buNone/>
                  <a:defRPr/>
                </a:pPr>
                <a:r>
                  <a:rPr lang="en-US" sz="18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charset="0"/>
                    <a:cs typeface="Arial" charset="0"/>
                  </a:rPr>
                  <a:t>Adjust the size and position of the image.</a:t>
                </a:r>
              </a:p>
              <a:p>
                <a:pPr marL="6350" lvl="1" indent="0">
                  <a:buNone/>
                  <a:defRPr/>
                </a:pPr>
                <a:r>
                  <a:rPr lang="en-US" sz="18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charset="0"/>
                    <a:cs typeface="Arial" charset="0"/>
                  </a:rPr>
                  <a:t>Press Esc or click outside the image area to exit the cropping mode.</a:t>
                </a:r>
              </a:p>
            </p:txBody>
          </p:sp>
          <p:pic>
            <p:nvPicPr>
              <p:cNvPr id="73" name="Picture 72">
                <a:extLst>
                  <a:ext uri="{FF2B5EF4-FFF2-40B4-BE49-F238E27FC236}">
                    <a16:creationId xmlns:a16="http://schemas.microsoft.com/office/drawing/2014/main" id="{4E4BF989-6D5F-0F46-BF34-37DD656FD97B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5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14553978" y="4567445"/>
                <a:ext cx="136897" cy="213643"/>
              </a:xfrm>
              <a:prstGeom prst="rect">
                <a:avLst/>
              </a:prstGeom>
              <a:ln w="19050"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</p:pic>
        </p:grp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225842C7-1726-9B4D-9EEB-A274EA181C53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12577088" y="500436"/>
              <a:ext cx="114706" cy="114706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txBody>
            <a:bodyPr vert="horz" wrap="non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0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1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76F3C69C-C580-CD4D-A865-C5F5B9845A83}"/>
                </a:ext>
              </a:extLst>
            </p:cNvPr>
            <p:cNvSpPr txBox="1"/>
            <p:nvPr userDrawn="1"/>
          </p:nvSpPr>
          <p:spPr>
            <a:xfrm>
              <a:off x="12776177" y="1104602"/>
              <a:ext cx="2289935" cy="838691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en-US"/>
              </a:defPPr>
              <a:lvl1pPr lvl="0">
                <a:spcBef>
                  <a:spcPts val="900"/>
                </a:spcBef>
                <a:spcAft>
                  <a:spcPts val="300"/>
                </a:spcAft>
                <a:defRPr sz="800" b="1" cap="all" spc="20" baseline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0" lvl="1" indent="0">
                <a:lnSpc>
                  <a:spcPct val="90000"/>
                </a:lnSpc>
                <a:spcAft>
                  <a:spcPts val="300"/>
                </a:spcAft>
                <a:tabLst/>
                <a:defRPr sz="12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113" lvl="2" indent="0">
                <a:spcBef>
                  <a:spcPts val="300"/>
                </a:spcBef>
                <a:buFont typeface="Wingdings" pitchFamily="2" charset="2"/>
                <a:buNone/>
                <a:tabLst/>
                <a:defRPr sz="800">
                  <a:solidFill>
                    <a:schemeClr val="bg1">
                      <a:lumMod val="85000"/>
                    </a:schemeClr>
                  </a:solidFill>
                </a:defRPr>
              </a:lvl3pPr>
            </a:lstStyle>
            <a:p>
              <a:pPr marL="0" lvl="0" indent="0">
                <a:buFont typeface="Arial" panose="020B0604020202020204" pitchFamily="34" charset="0"/>
                <a:buNone/>
              </a:pPr>
              <a:r>
                <a:rPr lang="en-US" sz="1200"/>
                <a:t>Method 2: </a:t>
              </a:r>
              <a:r>
                <a:rPr lang="en-US" sz="1200" b="0"/>
                <a:t>PLACEHOLDER ICON</a:t>
              </a:r>
            </a:p>
            <a:p>
              <a:pPr lvl="1">
                <a:buNone/>
              </a:pPr>
              <a:r>
                <a:rPr lang="en-US" sz="2100"/>
                <a:t>Click the image icon inside the placeholder to browse for an image. You may need to shift the gradient aside in order to access the placeholder icon.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D547BFC8-9ADA-B543-80AF-6E66BBEF2313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12577088" y="1111659"/>
              <a:ext cx="114706" cy="114706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txBody>
            <a:bodyPr vert="horz" wrap="non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0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2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9E023C69-AB27-C34F-939B-7337B0CC7349}"/>
                </a:ext>
              </a:extLst>
            </p:cNvPr>
            <p:cNvSpPr txBox="1"/>
            <p:nvPr userDrawn="1"/>
          </p:nvSpPr>
          <p:spPr>
            <a:xfrm>
              <a:off x="12776178" y="2120415"/>
              <a:ext cx="1947530" cy="323166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en-US"/>
              </a:defPPr>
              <a:lvl1pPr lvl="0">
                <a:spcBef>
                  <a:spcPts val="900"/>
                </a:spcBef>
                <a:spcAft>
                  <a:spcPts val="300"/>
                </a:spcAft>
                <a:defRPr sz="800" b="1" cap="all" spc="20" baseline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0" lvl="1" indent="0">
                <a:lnSpc>
                  <a:spcPct val="90000"/>
                </a:lnSpc>
                <a:spcAft>
                  <a:spcPts val="300"/>
                </a:spcAft>
                <a:tabLst/>
                <a:defRPr sz="12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113" lvl="2" indent="0">
                <a:spcBef>
                  <a:spcPts val="300"/>
                </a:spcBef>
                <a:buFont typeface="Wingdings" pitchFamily="2" charset="2"/>
                <a:buNone/>
                <a:tabLst/>
                <a:defRPr sz="800">
                  <a:solidFill>
                    <a:schemeClr val="bg1">
                      <a:lumMod val="85000"/>
                    </a:schemeClr>
                  </a:solidFill>
                </a:defRPr>
              </a:lvl3pPr>
            </a:lstStyle>
            <a:p>
              <a:pPr marL="0" lvl="0" indent="0">
                <a:buFont typeface="Arial" panose="020B0604020202020204" pitchFamily="34" charset="0"/>
                <a:buNone/>
              </a:pPr>
              <a:r>
                <a:rPr lang="en-US" sz="2100"/>
                <a:t>Images will fill in from left to right.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921113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55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ssion / Vi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EBE13A4-C793-4649-A719-B7BB3ADDC35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95" y="0"/>
            <a:ext cx="24380827" cy="1269047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7733DFA-5A1C-EA4C-B851-25D99ED561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7016" y="1115879"/>
            <a:ext cx="23302011" cy="10623158"/>
          </a:xfrm>
          <a:noFill/>
        </p:spPr>
        <p:txBody>
          <a:bodyPr lIns="90000" anchor="ctr"/>
          <a:lstStyle>
            <a:lvl1pPr algn="ctr">
              <a:lnSpc>
                <a:spcPct val="100000"/>
              </a:lnSpc>
              <a:defRPr sz="9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mission or vision statement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28F58F3-F4DC-1643-8475-D1407A5ED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Date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F07A19-D758-2D4C-8A26-DFAE2B1496B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95" y="0"/>
            <a:ext cx="24380827" cy="1269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31075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stimonial O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4FE3FE8A-F161-D246-959E-ABD4855B3C3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791" y="447"/>
            <a:ext cx="24380827" cy="12598486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D678B08-DC65-D248-8746-992440E249BE}"/>
              </a:ext>
            </a:extLst>
          </p:cNvPr>
          <p:cNvSpPr txBox="1"/>
          <p:nvPr/>
        </p:nvSpPr>
        <p:spPr>
          <a:xfrm>
            <a:off x="0" y="-828422"/>
            <a:ext cx="10963178" cy="468468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accent2"/>
            </a:solidFill>
          </a:ln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spc="1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PLEASE CONTACT CREATIVE SERVICES TO REQUEST ALTERNATIVE IMAGES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F1F3CB-5ABB-E84B-B0E9-7E291E6FE7D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CA"/>
              <a:t>Date</a:t>
            </a:r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188AD644-FBE3-F546-93FC-9E20DA798A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131910" y="2709331"/>
            <a:ext cx="13697118" cy="5970250"/>
          </a:xfrm>
          <a:noFill/>
        </p:spPr>
        <p:txBody>
          <a:bodyPr tIns="216000" anchor="ctr"/>
          <a:lstStyle>
            <a:lvl1pPr algn="r">
              <a:defRPr sz="8800">
                <a:solidFill>
                  <a:schemeClr val="bg1"/>
                </a:solidFill>
                <a:effectLst>
                  <a:outerShdw blurRad="304800" dist="38100" dir="6600000" sx="101000" sy="101000" algn="tl" rotWithShape="0">
                    <a:prstClr val="black">
                      <a:alpha val="27000"/>
                    </a:prstClr>
                  </a:outerShdw>
                </a:effectLst>
              </a:defRPr>
            </a:lvl1pPr>
          </a:lstStyle>
          <a:p>
            <a:r>
              <a:rPr lang="en-US"/>
              <a:t>Click to add quote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3EF0CE46-C0A1-DD4A-B07B-2DDC6CC30C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283302" y="9985224"/>
            <a:ext cx="13545724" cy="1488092"/>
          </a:xfrm>
          <a:prstGeom prst="rect">
            <a:avLst/>
          </a:prstGeom>
          <a:noFill/>
        </p:spPr>
        <p:txBody>
          <a:bodyPr rIns="72000" anchor="t"/>
          <a:lstStyle>
            <a:lvl1pPr marL="0" indent="0" algn="r">
              <a:buNone/>
              <a:defRPr sz="4000" b="1" i="0" cap="none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 algn="r">
              <a:buNone/>
              <a:defRPr sz="4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Click to add name</a:t>
            </a:r>
          </a:p>
          <a:p>
            <a:pPr lvl="1"/>
            <a:r>
              <a:rPr lang="en-US"/>
              <a:t>Click to add job title or company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427E0E34-77FE-D844-B224-05D60E2C3D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131906" y="1116544"/>
            <a:ext cx="2184258" cy="2625724"/>
          </a:xfrm>
          <a:prstGeom prst="rect">
            <a:avLst/>
          </a:prstGeom>
        </p:spPr>
        <p:txBody>
          <a:bodyPr/>
          <a:lstStyle>
            <a:lvl1pPr marL="0" indent="0" algn="l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en-US" sz="33198" b="1" i="0" kern="1200" baseline="0" dirty="0">
                <a:solidFill>
                  <a:schemeClr val="bg1"/>
                </a:solidFill>
                <a:effectLst>
                  <a:outerShdw blurRad="304800" dist="38100" dir="6600000" sx="101000" sy="101000" algn="tl" rotWithShape="0">
                    <a:prstClr val="black">
                      <a:alpha val="27000"/>
                    </a:prstClr>
                  </a:outerShdw>
                </a:effectLst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“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0C5913F8-38A0-7F47-B5A2-BE537048EAD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656690" y="7490107"/>
            <a:ext cx="2184258" cy="1874026"/>
          </a:xfrm>
          <a:prstGeom prst="rect">
            <a:avLst/>
          </a:prstGeom>
        </p:spPr>
        <p:txBody>
          <a:bodyPr/>
          <a:lstStyle>
            <a:lvl1pPr marL="0" indent="0" algn="l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en-US" sz="19199" b="1" i="0" kern="1200" baseline="0" dirty="0">
                <a:solidFill>
                  <a:schemeClr val="bg1"/>
                </a:solidFill>
                <a:effectLst>
                  <a:outerShdw blurRad="304800" dist="38100" dir="6600000" sx="101000" sy="101000" algn="tl" rotWithShape="0">
                    <a:prstClr val="black">
                      <a:alpha val="27000"/>
                    </a:prstClr>
                  </a:outerShdw>
                </a:effectLst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”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0D9D4C9-0409-AA4D-9F08-66CAF7AB36F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789" y="447"/>
            <a:ext cx="24380827" cy="1269003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A7868A6-4854-AF4E-8280-139DCAF6A6A1}"/>
              </a:ext>
            </a:extLst>
          </p:cNvPr>
          <p:cNvSpPr txBox="1"/>
          <p:nvPr userDrawn="1"/>
        </p:nvSpPr>
        <p:spPr>
          <a:xfrm>
            <a:off x="0" y="-828422"/>
            <a:ext cx="10963178" cy="468468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accent2"/>
            </a:solidFill>
          </a:ln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spc="1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PLEASE CONTACT CREATIVE SERVICES TO REQUEST ALTERNATIVE IMAGES</a:t>
            </a:r>
          </a:p>
        </p:txBody>
      </p:sp>
    </p:spTree>
    <p:extLst>
      <p:ext uri="{BB962C8B-B14F-4D97-AF65-F5344CB8AC3E}">
        <p14:creationId xmlns:p14="http://schemas.microsoft.com/office/powerpoint/2010/main" val="419839550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Backgroun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7C6B0F3A-8DDD-5444-846F-28551CF656B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24382413" cy="13715556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6DD6E01-6FCC-2F43-AE99-21C8E117D012}"/>
              </a:ext>
            </a:extLst>
          </p:cNvPr>
          <p:cNvCxnSpPr/>
          <p:nvPr/>
        </p:nvCxnSpPr>
        <p:spPr>
          <a:xfrm>
            <a:off x="0" y="12683688"/>
            <a:ext cx="24382413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 1">
            <a:extLst>
              <a:ext uri="{FF2B5EF4-FFF2-40B4-BE49-F238E27FC236}">
                <a16:creationId xmlns:a16="http://schemas.microsoft.com/office/drawing/2014/main" id="{3F5295C0-D13A-CC44-8189-17A4AC13C0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3386" y="304802"/>
            <a:ext cx="23275641" cy="194627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411C771-15C6-634F-9DFD-819CE0152030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lum bright="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3386" y="13018355"/>
            <a:ext cx="2494150" cy="474862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B9E9EE-BF4F-E049-BB5F-5AA54C2A0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Date</a:t>
            </a:r>
            <a:endParaRPr lang="en-US"/>
          </a:p>
        </p:txBody>
      </p:sp>
      <p:sp>
        <p:nvSpPr>
          <p:cNvPr id="9" name="Footer Placeholder 1">
            <a:extLst>
              <a:ext uri="{FF2B5EF4-FFF2-40B4-BE49-F238E27FC236}">
                <a16:creationId xmlns:a16="http://schemas.microsoft.com/office/drawing/2014/main" id="{9DD08BE4-1B87-4446-A067-4900FF453747}"/>
              </a:ext>
            </a:extLst>
          </p:cNvPr>
          <p:cNvSpPr txBox="1">
            <a:spLocks/>
          </p:cNvSpPr>
          <p:nvPr/>
        </p:nvSpPr>
        <p:spPr>
          <a:xfrm>
            <a:off x="14910868" y="12967201"/>
            <a:ext cx="8229064" cy="52846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indent="0" algn="l" rtl="0" eaLnBrk="1" fontAlgn="base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1pPr>
            <a:lvl2pPr marL="222250" indent="-212725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2pPr>
            <a:lvl3pPr marL="468000" indent="-2268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11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3pPr>
            <a:lvl4pPr marL="666000" indent="-2124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4pPr>
            <a:lvl5pPr marL="666000" indent="-2124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5pPr>
            <a:lvl6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 lang="en-US" sz="140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 lang="en-US" sz="140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 algn="r" defTabSz="914354">
              <a:buClr>
                <a:srgbClr val="00008B"/>
              </a:buClr>
            </a:pPr>
            <a:r>
              <a:rPr lang="en-US" sz="1600">
                <a:solidFill>
                  <a:schemeClr val="bg1"/>
                </a:solidFill>
                <a:cs typeface="Arial" charset="0"/>
              </a:rPr>
              <a:t>OpenText ©2021 All rights reserved</a:t>
            </a:r>
            <a:endParaRPr lang="en-US" sz="1600" dirty="0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C1524786-C3B4-0F4C-9DD1-A89CB20561BF}"/>
              </a:ext>
            </a:extLst>
          </p:cNvPr>
          <p:cNvSpPr txBox="1">
            <a:spLocks/>
          </p:cNvSpPr>
          <p:nvPr/>
        </p:nvSpPr>
        <p:spPr>
          <a:xfrm>
            <a:off x="23139932" y="12967200"/>
            <a:ext cx="689095" cy="528460"/>
          </a:xfrm>
          <a:prstGeom prst="rect">
            <a:avLst/>
          </a:prstGeom>
        </p:spPr>
        <p:txBody>
          <a:bodyPr vert="horz" lIns="182868" tIns="91434" rIns="182868" bIns="91434" rtlCol="0" anchor="ctr"/>
          <a:lstStyle>
            <a:defPPr>
              <a:defRPr lang="en-US"/>
            </a:defPPr>
            <a:lvl1pPr marL="0" indent="0" algn="r" rtl="0" eaLnBrk="1" fontAlgn="base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defRPr sz="800" b="0" i="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1pPr>
            <a:lvl2pPr marL="222250" indent="-212725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2pPr>
            <a:lvl3pPr marL="468000" indent="-2268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11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3pPr>
            <a:lvl4pPr marL="666000" indent="-2124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4pPr>
            <a:lvl5pPr marL="666000" indent="-2124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5pPr>
            <a:lvl6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 lang="en-US" sz="140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 lang="en-US" sz="140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fld id="{3C1D921F-663F-5D4C-BF56-776C1B867DF7}" type="slidenum">
              <a:rPr lang="en-US" sz="1600" smtClean="0">
                <a:solidFill>
                  <a:schemeClr val="bg1"/>
                </a:solidFill>
              </a:rPr>
              <a:pPr/>
              <a:t>‹#›</a:t>
            </a:fld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D317822-9199-B947-AC7C-F0A4571729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24382413" cy="13715556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9B69626-C8AB-FD4F-BCFA-4E27051A6938}"/>
              </a:ext>
            </a:extLst>
          </p:cNvPr>
          <p:cNvCxnSpPr/>
          <p:nvPr userDrawn="1"/>
        </p:nvCxnSpPr>
        <p:spPr>
          <a:xfrm>
            <a:off x="0" y="12683688"/>
            <a:ext cx="24382413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B2F170FE-2D9C-FF40-8B7B-B7B70259D7F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lum bright="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3386" y="13018355"/>
            <a:ext cx="2494150" cy="474862"/>
          </a:xfrm>
          <a:prstGeom prst="rect">
            <a:avLst/>
          </a:prstGeom>
        </p:spPr>
      </p:pic>
      <p:sp>
        <p:nvSpPr>
          <p:cNvPr id="18" name="Footer Placeholder 1">
            <a:extLst>
              <a:ext uri="{FF2B5EF4-FFF2-40B4-BE49-F238E27FC236}">
                <a16:creationId xmlns:a16="http://schemas.microsoft.com/office/drawing/2014/main" id="{53216C01-8750-BC46-ACCA-ACEBF9F2E11F}"/>
              </a:ext>
            </a:extLst>
          </p:cNvPr>
          <p:cNvSpPr txBox="1">
            <a:spLocks/>
          </p:cNvSpPr>
          <p:nvPr userDrawn="1"/>
        </p:nvSpPr>
        <p:spPr>
          <a:xfrm>
            <a:off x="14910868" y="12967201"/>
            <a:ext cx="8229064" cy="52846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indent="0" algn="l" rtl="0" eaLnBrk="1" fontAlgn="base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1pPr>
            <a:lvl2pPr marL="222250" indent="-212725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2pPr>
            <a:lvl3pPr marL="468000" indent="-2268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11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3pPr>
            <a:lvl4pPr marL="666000" indent="-2124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4pPr>
            <a:lvl5pPr marL="666000" indent="-2124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5pPr>
            <a:lvl6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 lang="en-US" sz="140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 lang="en-US" sz="140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 algn="r" defTabSz="914354">
              <a:buClr>
                <a:srgbClr val="00008B"/>
              </a:buClr>
            </a:pPr>
            <a:r>
              <a:rPr lang="en-US" sz="1600" dirty="0">
                <a:solidFill>
                  <a:schemeClr val="bg1"/>
                </a:solidFill>
                <a:cs typeface="Arial" charset="0"/>
              </a:rPr>
              <a:t>OpenText ©2022 All rights reserved</a:t>
            </a:r>
          </a:p>
        </p:txBody>
      </p:sp>
      <p:sp>
        <p:nvSpPr>
          <p:cNvPr id="19" name="Slide Number Placeholder 6">
            <a:extLst>
              <a:ext uri="{FF2B5EF4-FFF2-40B4-BE49-F238E27FC236}">
                <a16:creationId xmlns:a16="http://schemas.microsoft.com/office/drawing/2014/main" id="{5EDD3647-BC57-EE48-914D-F77061864D4B}"/>
              </a:ext>
            </a:extLst>
          </p:cNvPr>
          <p:cNvSpPr txBox="1">
            <a:spLocks/>
          </p:cNvSpPr>
          <p:nvPr userDrawn="1"/>
        </p:nvSpPr>
        <p:spPr>
          <a:xfrm>
            <a:off x="23139932" y="12967200"/>
            <a:ext cx="689095" cy="528460"/>
          </a:xfrm>
          <a:prstGeom prst="rect">
            <a:avLst/>
          </a:prstGeom>
        </p:spPr>
        <p:txBody>
          <a:bodyPr vert="horz" lIns="182868" tIns="91434" rIns="182868" bIns="91434" rtlCol="0" anchor="ctr"/>
          <a:lstStyle>
            <a:defPPr>
              <a:defRPr lang="en-US"/>
            </a:defPPr>
            <a:lvl1pPr marL="0" indent="0" algn="r" rtl="0" eaLnBrk="1" fontAlgn="base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defRPr sz="800" b="0" i="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1pPr>
            <a:lvl2pPr marL="222250" indent="-212725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2pPr>
            <a:lvl3pPr marL="468000" indent="-2268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11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3pPr>
            <a:lvl4pPr marL="666000" indent="-2124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4pPr>
            <a:lvl5pPr marL="666000" indent="-2124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5pPr>
            <a:lvl6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 lang="en-US" sz="140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 lang="en-US" sz="140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fld id="{3C1D921F-663F-5D4C-BF56-776C1B867DF7}" type="slidenum">
              <a:rPr lang="en-US" sz="1600" smtClean="0">
                <a:solidFill>
                  <a:schemeClr val="bg1"/>
                </a:solidFill>
              </a:rPr>
              <a:pPr/>
              <a:t>‹#›</a:t>
            </a:fld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123982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hape&#10;&#10;Description automatically generated with medium confidence">
            <a:extLst>
              <a:ext uri="{FF2B5EF4-FFF2-40B4-BE49-F238E27FC236}">
                <a16:creationId xmlns:a16="http://schemas.microsoft.com/office/drawing/2014/main" id="{8DCAE19C-CEA0-9AC2-4173-8F0D7F1AA9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2413" cy="13716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56B84FE1-4F9B-FB47-868C-9D7C324D4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1" y="6658196"/>
            <a:ext cx="21863051" cy="1682496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E648B9-909E-1148-833B-86CE913BB54C}"/>
              </a:ext>
            </a:extLst>
          </p:cNvPr>
          <p:cNvSpPr txBox="1"/>
          <p:nvPr/>
        </p:nvSpPr>
        <p:spPr>
          <a:xfrm>
            <a:off x="1257301" y="11533491"/>
            <a:ext cx="2186305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US" sz="6000" b="1" err="1">
                <a:solidFill>
                  <a:schemeClr val="bg1"/>
                </a:solidFill>
                <a:latin typeface="+mj-lt"/>
                <a:ea typeface="Lato" charset="0"/>
                <a:cs typeface="Lato" charset="0"/>
              </a:rPr>
              <a:t>opentext.com</a:t>
            </a:r>
            <a:endParaRPr lang="en-US" sz="6000" b="1">
              <a:solidFill>
                <a:schemeClr val="bg1"/>
              </a:solidFill>
              <a:latin typeface="+mj-lt"/>
              <a:ea typeface="Lato" charset="0"/>
              <a:cs typeface="Lato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3E10C71-3E19-C749-B45D-2CE570046287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11966" y="9204127"/>
            <a:ext cx="870539" cy="70788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6745F2F-F2B0-794B-880F-EAE1FAFED146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18166" y="10330330"/>
            <a:ext cx="870539" cy="8705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C1E21FD-4F5C-C243-AEC3-E2383A6DFA35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54912" y="2846567"/>
            <a:ext cx="11618066" cy="2204034"/>
          </a:xfrm>
          <a:prstGeom prst="rect">
            <a:avLst/>
          </a:prstGeom>
          <a:effectLst>
            <a:innerShdw blurRad="50800" dist="38100" dir="16200000">
              <a:prstClr val="black">
                <a:alpha val="50000"/>
              </a:prstClr>
            </a:inn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36BE28E-954D-8A4F-BCE6-4DA2767EDF20}"/>
              </a:ext>
            </a:extLst>
          </p:cNvPr>
          <p:cNvSpPr txBox="1"/>
          <p:nvPr userDrawn="1"/>
        </p:nvSpPr>
        <p:spPr>
          <a:xfrm>
            <a:off x="1257301" y="11533491"/>
            <a:ext cx="2186305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US" sz="6000" b="1" err="1">
                <a:solidFill>
                  <a:schemeClr val="bg1"/>
                </a:solidFill>
                <a:latin typeface="+mj-lt"/>
                <a:ea typeface="Lato" charset="0"/>
                <a:cs typeface="Lato" charset="0"/>
              </a:rPr>
              <a:t>opentext.com</a:t>
            </a:r>
            <a:endParaRPr lang="en-US" sz="6000" b="1">
              <a:solidFill>
                <a:schemeClr val="bg1"/>
              </a:solidFill>
              <a:latin typeface="+mj-lt"/>
              <a:ea typeface="Lato" charset="0"/>
              <a:cs typeface="Lato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F77CF90-EE51-3448-8C95-2034111BFF9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11966" y="9204127"/>
            <a:ext cx="870539" cy="70788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C06369E-B1D4-FD40-ABAE-3D3376D5BB4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18166" y="10330330"/>
            <a:ext cx="870539" cy="87054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DB2A9E2-E4B5-A141-B9D1-319B0A27C57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54912" y="2846567"/>
            <a:ext cx="11618066" cy="2204034"/>
          </a:xfrm>
          <a:prstGeom prst="rect">
            <a:avLst/>
          </a:prstGeom>
          <a:effectLst>
            <a:innerShdw blurRad="50800" dist="38100" dir="16200000">
              <a:prstClr val="black">
                <a:alpha val="50000"/>
              </a:prstClr>
            </a:innerShdw>
          </a:effectLst>
        </p:spPr>
      </p:pic>
    </p:spTree>
    <p:extLst>
      <p:ext uri="{BB962C8B-B14F-4D97-AF65-F5344CB8AC3E}">
        <p14:creationId xmlns:p14="http://schemas.microsoft.com/office/powerpoint/2010/main" val="149082916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hank You Second 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22455569-68EA-75AB-56F1-5A9839835D6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2413" cy="137160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CC1BA4B-E9CB-D04F-B611-577554C88557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54912" y="5755985"/>
            <a:ext cx="11618066" cy="2204034"/>
          </a:xfrm>
          <a:prstGeom prst="rect">
            <a:avLst/>
          </a:prstGeom>
          <a:effectLst>
            <a:innerShdw blurRad="50800" dist="38100" dir="16200000">
              <a:prstClr val="black">
                <a:alpha val="50000"/>
              </a:prstClr>
            </a:inn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E2A2D9B-0F5E-CB4A-BAC5-D8C220E83D9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54912" y="5755985"/>
            <a:ext cx="11618066" cy="2204034"/>
          </a:xfrm>
          <a:prstGeom prst="rect">
            <a:avLst/>
          </a:prstGeom>
          <a:effectLst>
            <a:innerShdw blurRad="50800" dist="38100" dir="16200000">
              <a:prstClr val="black">
                <a:alpha val="50000"/>
              </a:prstClr>
            </a:innerShdw>
          </a:effectLst>
        </p:spPr>
      </p:pic>
    </p:spTree>
    <p:extLst>
      <p:ext uri="{BB962C8B-B14F-4D97-AF65-F5344CB8AC3E}">
        <p14:creationId xmlns:p14="http://schemas.microsoft.com/office/powerpoint/2010/main" val="23800695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ission / Vi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EBE13A4-C793-4649-A719-B7BB3ADDC35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95" y="0"/>
            <a:ext cx="24380827" cy="1269047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7733DFA-5A1C-EA4C-B851-25D99ED561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7016" y="1115879"/>
            <a:ext cx="23302011" cy="10623158"/>
          </a:xfrm>
          <a:noFill/>
        </p:spPr>
        <p:txBody>
          <a:bodyPr lIns="90000" anchor="ctr"/>
          <a:lstStyle>
            <a:lvl1pPr algn="ctr">
              <a:lnSpc>
                <a:spcPct val="100000"/>
              </a:lnSpc>
              <a:defRPr sz="9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mission or vision statement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28F58F3-F4DC-1643-8475-D1407A5ED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Date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36863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ero Statem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1762EBF-E0D7-8245-9003-E6DC25C5B171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0" y="2"/>
            <a:ext cx="24382413" cy="12683688"/>
          </a:xfrm>
        </p:spPr>
        <p:txBody>
          <a:bodyPr/>
          <a:lstStyle>
            <a:lvl1pPr marL="0" marR="0" indent="0" algn="l" defTabSz="1828709" rtl="0" eaLnBrk="1" fontAlgn="base" latinLnBrk="0" hangingPunct="1">
              <a:lnSpc>
                <a:spcPct val="90000"/>
              </a:lnSpc>
              <a:spcBef>
                <a:spcPts val="1600"/>
              </a:spcBef>
              <a:spcAft>
                <a:spcPts val="600"/>
              </a:spcAft>
              <a:buClr>
                <a:schemeClr val="accent2"/>
              </a:buClr>
              <a:buSzPct val="105000"/>
              <a:buFont typeface="Arial" panose="020B0604020202020204" pitchFamily="34" charset="0"/>
              <a:buNone/>
              <a:tabLst/>
              <a:defRPr sz="3200"/>
            </a:lvl1pPr>
          </a:lstStyle>
          <a:p>
            <a:pPr marL="0" marR="0" lvl="0" indent="0" algn="l" defTabSz="1828709" rtl="0" eaLnBrk="1" fontAlgn="base" latinLnBrk="0" hangingPunct="1">
              <a:lnSpc>
                <a:spcPct val="90000"/>
              </a:lnSpc>
              <a:spcBef>
                <a:spcPts val="1600"/>
              </a:spcBef>
              <a:spcAft>
                <a:spcPts val="600"/>
              </a:spcAft>
              <a:buClr>
                <a:schemeClr val="accent2"/>
              </a:buClr>
              <a:buSzPct val="105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Drag and drop image onto slide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3A6F8CA-EB29-7B4C-8C88-14F0FA8683CF}"/>
              </a:ext>
            </a:extLst>
          </p:cNvPr>
          <p:cNvGrpSpPr/>
          <p:nvPr userDrawn="1"/>
        </p:nvGrpSpPr>
        <p:grpSpPr>
          <a:xfrm>
            <a:off x="24988403" y="304801"/>
            <a:ext cx="5748046" cy="12741968"/>
            <a:chOff x="12457693" y="0"/>
            <a:chExt cx="2874210" cy="6370984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EF4B2B0-BF85-6749-9807-1542F0D260A9}"/>
                </a:ext>
              </a:extLst>
            </p:cNvPr>
            <p:cNvSpPr/>
            <p:nvPr userDrawn="1"/>
          </p:nvSpPr>
          <p:spPr>
            <a:xfrm>
              <a:off x="12457693" y="0"/>
              <a:ext cx="2798651" cy="6370984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360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B969EFC-6015-994F-AAAE-36B45550D796}"/>
                </a:ext>
              </a:extLst>
            </p:cNvPr>
            <p:cNvSpPr txBox="1"/>
            <p:nvPr userDrawn="1"/>
          </p:nvSpPr>
          <p:spPr>
            <a:xfrm>
              <a:off x="12613762" y="150289"/>
              <a:ext cx="1624942" cy="169277"/>
            </a:xfrm>
            <a:prstGeom prst="rect">
              <a:avLst/>
            </a:prstGeom>
          </p:spPr>
          <p:txBody>
            <a:bodyPr vert="horz" wrap="none" lIns="0" tIns="0" rIns="0" bIns="0" rtlCol="0" anchor="t">
              <a:spAutoFit/>
            </a:bodyPr>
            <a:lstStyle>
              <a:defPPr>
                <a:defRPr lang="en-US"/>
              </a:defPPr>
              <a:lvl1pPr>
                <a:defRPr sz="110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defRPr>
              </a:lvl1pPr>
            </a:lstStyle>
            <a:p>
              <a:pPr marL="0" lvl="0" indent="0">
                <a:buNone/>
              </a:pPr>
              <a:r>
                <a:rPr lang="en-US" sz="2200">
                  <a:solidFill>
                    <a:schemeClr val="bg1"/>
                  </a:solidFill>
                </a:rPr>
                <a:t>HOW TO ADD AN IMAGE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F857ABE-281D-204A-961D-D55C5A4EECE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613762" y="352906"/>
              <a:ext cx="1755381" cy="0"/>
            </a:xfrm>
            <a:prstGeom prst="line">
              <a:avLst/>
            </a:prstGeom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36349B6-CD87-3C40-A671-7A1B3EDBFBDB}"/>
                </a:ext>
              </a:extLst>
            </p:cNvPr>
            <p:cNvSpPr txBox="1"/>
            <p:nvPr userDrawn="1"/>
          </p:nvSpPr>
          <p:spPr>
            <a:xfrm>
              <a:off x="12776177" y="496513"/>
              <a:ext cx="2297338" cy="402418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en-US"/>
              </a:defPPr>
              <a:lvl1pPr lvl="0">
                <a:spcBef>
                  <a:spcPts val="900"/>
                </a:spcBef>
                <a:spcAft>
                  <a:spcPts val="300"/>
                </a:spcAft>
                <a:defRPr sz="800" b="1" cap="all" spc="20" baseline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0" lvl="1" indent="0">
                <a:lnSpc>
                  <a:spcPct val="90000"/>
                </a:lnSpc>
                <a:spcAft>
                  <a:spcPts val="300"/>
                </a:spcAft>
                <a:tabLst/>
                <a:defRPr sz="12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113" lvl="2" indent="0">
                <a:spcBef>
                  <a:spcPts val="300"/>
                </a:spcBef>
                <a:buFont typeface="Wingdings" pitchFamily="2" charset="2"/>
                <a:buNone/>
                <a:tabLst/>
                <a:defRPr sz="800">
                  <a:solidFill>
                    <a:schemeClr val="bg1">
                      <a:lumMod val="85000"/>
                    </a:schemeClr>
                  </a:solidFill>
                </a:defRPr>
              </a:lvl3pPr>
            </a:lstStyle>
            <a:p>
              <a:pPr marL="0" lvl="0" indent="0">
                <a:buFont typeface="Arial" panose="020B0604020202020204" pitchFamily="34" charset="0"/>
                <a:buNone/>
              </a:pPr>
              <a:r>
                <a:rPr lang="en-US" sz="1200" b="1"/>
                <a:t>Method 1: </a:t>
              </a:r>
              <a:r>
                <a:rPr lang="en-US" sz="1200" b="0"/>
                <a:t>DRAG &amp; DROP</a:t>
              </a:r>
            </a:p>
            <a:p>
              <a:pPr lvl="1">
                <a:buNone/>
              </a:pPr>
              <a:r>
                <a:rPr lang="en-US" sz="2100"/>
                <a:t>On an empty master layout, drag and drop an image onto the slide.</a:t>
              </a: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2F3C8DC-0EB1-A54A-9CC4-B7E9EB96D6B5}"/>
                </a:ext>
              </a:extLst>
            </p:cNvPr>
            <p:cNvGrpSpPr/>
            <p:nvPr userDrawn="1"/>
          </p:nvGrpSpPr>
          <p:grpSpPr>
            <a:xfrm>
              <a:off x="12596752" y="2653788"/>
              <a:ext cx="2735151" cy="2087177"/>
              <a:chOff x="12596752" y="5446684"/>
              <a:chExt cx="2735151" cy="2087177"/>
            </a:xfrm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DC20CD52-3955-584F-A4C5-5ABDC961B346}"/>
                  </a:ext>
                </a:extLst>
              </p:cNvPr>
              <p:cNvGrpSpPr/>
              <p:nvPr userDrawn="1"/>
            </p:nvGrpSpPr>
            <p:grpSpPr>
              <a:xfrm>
                <a:off x="12596752" y="5446684"/>
                <a:ext cx="2735151" cy="2087177"/>
                <a:chOff x="12596752" y="3550835"/>
                <a:chExt cx="2735151" cy="2087177"/>
              </a:xfrm>
            </p:grpSpPr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F771F22C-7095-2046-98D8-7F526D021947}"/>
                    </a:ext>
                  </a:extLst>
                </p:cNvPr>
                <p:cNvSpPr/>
                <p:nvPr userDrawn="1"/>
              </p:nvSpPr>
              <p:spPr>
                <a:xfrm>
                  <a:off x="12596752" y="3550835"/>
                  <a:ext cx="2735151" cy="2087177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3600"/>
                </a:p>
              </p:txBody>
            </p: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E5F8D0D1-E25C-514F-B0F6-009FE88EDA7B}"/>
                    </a:ext>
                  </a:extLst>
                </p:cNvPr>
                <p:cNvSpPr txBox="1"/>
                <p:nvPr userDrawn="1"/>
              </p:nvSpPr>
              <p:spPr>
                <a:xfrm>
                  <a:off x="12771990" y="4875845"/>
                  <a:ext cx="2422981" cy="498598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t">
                  <a:spAutoFit/>
                </a:bodyPr>
                <a:lstStyle/>
                <a:p>
                  <a:pPr marL="6350" lvl="1" indent="0" algn="l" defTabSz="1828709" rtl="0" eaLnBrk="1" latinLnBrk="0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None/>
                    <a:tabLst/>
                    <a:defRPr/>
                  </a:pPr>
                  <a:r>
                    <a:rPr lang="en-US" sz="1800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Deleting the image may bring the image placeholder to the top layer, covering your text. Right-click on the placeholder and choose “Send to Back”.</a:t>
                  </a:r>
                </a:p>
              </p:txBody>
            </p: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4C5FEE07-2797-9841-AF3F-7B02EA44BEC6}"/>
                    </a:ext>
                  </a:extLst>
                </p:cNvPr>
                <p:cNvSpPr txBox="1"/>
                <p:nvPr userDrawn="1"/>
              </p:nvSpPr>
              <p:spPr>
                <a:xfrm>
                  <a:off x="12771991" y="3940775"/>
                  <a:ext cx="2156990" cy="856645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t">
                  <a:spAutoFit/>
                </a:bodyPr>
                <a:lstStyle/>
                <a:p>
                  <a:pPr marL="0" indent="0" algn="l" defTabSz="1828709" rtl="0" eaLnBrk="1" latinLnBrk="0" hangingPunct="1">
                    <a:spcBef>
                      <a:spcPts val="400"/>
                    </a:spcBef>
                    <a:buNone/>
                  </a:pPr>
                  <a:r>
                    <a:rPr lang="en-US" sz="1800" b="1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First, delete the existing image to reset the photo placeholder functionality. </a:t>
                  </a:r>
                  <a:r>
                    <a:rPr lang="en-US" sz="1800" b="0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You may need to shift the gradient aside in order to do this. </a:t>
                  </a:r>
                </a:p>
                <a:p>
                  <a:pPr marL="0" indent="0" algn="l" defTabSz="1828709" rtl="0" eaLnBrk="1" latinLnBrk="0" hangingPunct="1">
                    <a:spcBef>
                      <a:spcPts val="400"/>
                    </a:spcBef>
                    <a:buNone/>
                  </a:pPr>
                  <a:r>
                    <a:rPr lang="en-US" sz="1800" b="0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Second, use one of the methods outlined above to add a new photo. </a:t>
                  </a:r>
                </a:p>
              </p:txBody>
            </p: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21BA9531-EC5F-D348-A85B-1F3BE61794D3}"/>
                    </a:ext>
                  </a:extLst>
                </p:cNvPr>
                <p:cNvSpPr txBox="1"/>
                <p:nvPr userDrawn="1"/>
              </p:nvSpPr>
              <p:spPr>
                <a:xfrm>
                  <a:off x="12771990" y="5385156"/>
                  <a:ext cx="2422981" cy="138500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t">
                  <a:spAutoFit/>
                </a:bodyPr>
                <a:lstStyle/>
                <a:p>
                  <a:pPr marL="0" indent="0" algn="l" defTabSz="1828709" rtl="0" eaLnBrk="1" latinLnBrk="0" hangingPunct="1">
                    <a:spcBef>
                      <a:spcPts val="400"/>
                    </a:spcBef>
                    <a:buNone/>
                  </a:pPr>
                  <a:r>
                    <a:rPr lang="en-US" sz="1800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You can now add a new image as normal.</a:t>
                  </a:r>
                </a:p>
              </p:txBody>
            </p:sp>
          </p:grp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049FC18-348C-3841-A7B1-EEDE4ECECA73}"/>
                  </a:ext>
                </a:extLst>
              </p:cNvPr>
              <p:cNvSpPr txBox="1"/>
              <p:nvPr userDrawn="1"/>
            </p:nvSpPr>
            <p:spPr>
              <a:xfrm>
                <a:off x="12962943" y="5575485"/>
                <a:ext cx="2368960" cy="169277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/>
              <a:p>
                <a:pPr marL="0" indent="0" algn="l">
                  <a:buNone/>
                </a:pPr>
                <a:r>
                  <a:rPr lang="en-US" sz="2200">
                    <a:solidFill>
                      <a:schemeClr val="accent2"/>
                    </a:solidFill>
                    <a:latin typeface="Arial" charset="0"/>
                    <a:ea typeface="Arial" charset="0"/>
                    <a:cs typeface="Arial" charset="0"/>
                  </a:rPr>
                  <a:t>TIP: Change Image</a:t>
                </a:r>
              </a:p>
            </p:txBody>
          </p:sp>
          <p:pic>
            <p:nvPicPr>
              <p:cNvPr id="23" name="Graphic 22">
                <a:extLst>
                  <a:ext uri="{FF2B5EF4-FFF2-40B4-BE49-F238E27FC236}">
                    <a16:creationId xmlns:a16="http://schemas.microsoft.com/office/drawing/2014/main" id="{BE07A37F-BC36-8141-9134-2D60B9BCDDBB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2756975" y="5585768"/>
                <a:ext cx="155227" cy="155227"/>
              </a:xfrm>
              <a:prstGeom prst="rect">
                <a:avLst/>
              </a:prstGeom>
            </p:spPr>
          </p:pic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61738F67-F841-DE42-B53F-A15AB7EF8263}"/>
                </a:ext>
              </a:extLst>
            </p:cNvPr>
            <p:cNvGrpSpPr/>
            <p:nvPr userDrawn="1"/>
          </p:nvGrpSpPr>
          <p:grpSpPr>
            <a:xfrm>
              <a:off x="12596752" y="4895098"/>
              <a:ext cx="2735151" cy="1280928"/>
              <a:chOff x="12596752" y="4090029"/>
              <a:chExt cx="2735151" cy="1280928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4763862F-B08E-3A4A-B63B-0F08304B80A9}"/>
                  </a:ext>
                </a:extLst>
              </p:cNvPr>
              <p:cNvSpPr/>
              <p:nvPr userDrawn="1"/>
            </p:nvSpPr>
            <p:spPr>
              <a:xfrm>
                <a:off x="12596752" y="4090029"/>
                <a:ext cx="2735151" cy="1280928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DD6367C-0588-7B43-B808-760C7B6E2CA8}"/>
                  </a:ext>
                </a:extLst>
              </p:cNvPr>
              <p:cNvSpPr txBox="1"/>
              <p:nvPr userDrawn="1"/>
            </p:nvSpPr>
            <p:spPr>
              <a:xfrm>
                <a:off x="12962943" y="4218828"/>
                <a:ext cx="2368960" cy="169277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/>
              <a:p>
                <a:pPr marL="0" indent="0" algn="l">
                  <a:buNone/>
                </a:pPr>
                <a:r>
                  <a:rPr lang="en-US" sz="2200">
                    <a:solidFill>
                      <a:schemeClr val="accent2"/>
                    </a:solidFill>
                    <a:latin typeface="Arial" charset="0"/>
                    <a:ea typeface="Arial" charset="0"/>
                    <a:cs typeface="Arial" charset="0"/>
                  </a:rPr>
                  <a:t>TIP: Crop Image</a:t>
                </a:r>
              </a:p>
            </p:txBody>
          </p:sp>
          <p:pic>
            <p:nvPicPr>
              <p:cNvPr id="29" name="Graphic 28">
                <a:extLst>
                  <a:ext uri="{FF2B5EF4-FFF2-40B4-BE49-F238E27FC236}">
                    <a16:creationId xmlns:a16="http://schemas.microsoft.com/office/drawing/2014/main" id="{8EFBD302-5FB8-0241-8B29-359EEE31960F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2756975" y="4229111"/>
                <a:ext cx="155227" cy="155227"/>
              </a:xfrm>
              <a:prstGeom prst="rect">
                <a:avLst/>
              </a:prstGeom>
            </p:spPr>
          </p:pic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43F54A8-F6DF-774C-9ABE-A2BD51A7AF06}"/>
                  </a:ext>
                </a:extLst>
              </p:cNvPr>
              <p:cNvSpPr txBox="1"/>
              <p:nvPr userDrawn="1"/>
            </p:nvSpPr>
            <p:spPr>
              <a:xfrm>
                <a:off x="12756975" y="4483012"/>
                <a:ext cx="2384904" cy="680956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defPPr>
                  <a:defRPr lang="en-US"/>
                </a:defPPr>
                <a:lvl1pPr lvl="0">
                  <a:spcBef>
                    <a:spcPts val="1000"/>
                  </a:spcBef>
                  <a:spcAft>
                    <a:spcPts val="300"/>
                  </a:spcAft>
                  <a:defRPr sz="1050" b="0" cap="none" spc="0" baseline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defRPr>
                </a:lvl1pPr>
                <a:lvl2pPr marL="134938" lvl="1" indent="-131763">
                  <a:lnSpc>
                    <a:spcPct val="90000"/>
                  </a:lnSpc>
                  <a:spcAft>
                    <a:spcPts val="300"/>
                  </a:spcAft>
                  <a:buFont typeface="Wingdings" pitchFamily="2" charset="2"/>
                  <a:buChar char="§"/>
                  <a:tabLst/>
                  <a:defRPr sz="90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defRPr>
                </a:lvl2pPr>
                <a:lvl3pPr marL="11113" lvl="2" indent="0">
                  <a:spcBef>
                    <a:spcPts val="300"/>
                  </a:spcBef>
                  <a:buFont typeface="Wingdings" pitchFamily="2" charset="2"/>
                  <a:buNone/>
                  <a:tabLst/>
                  <a:defRPr sz="800">
                    <a:solidFill>
                      <a:schemeClr val="bg1">
                        <a:lumMod val="85000"/>
                      </a:schemeClr>
                    </a:solidFill>
                  </a:defRPr>
                </a:lvl3pPr>
              </a:lstStyle>
              <a:p>
                <a:pPr marL="6350" lvl="1" indent="0">
                  <a:buNone/>
                  <a:defRPr/>
                </a:pPr>
                <a:r>
                  <a:rPr lang="en-US" sz="18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charset="0"/>
                    <a:cs typeface="Arial" charset="0"/>
                  </a:rPr>
                  <a:t>Right-click on the image.</a:t>
                </a:r>
              </a:p>
              <a:p>
                <a:pPr marL="6350" lvl="1" indent="0">
                  <a:buNone/>
                  <a:defRPr/>
                </a:pPr>
                <a:r>
                  <a:rPr lang="en-US" sz="18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charset="0"/>
                    <a:cs typeface="Arial" charset="0"/>
                  </a:rPr>
                  <a:t>Choose “Crop” from the menu. (       )</a:t>
                </a:r>
              </a:p>
              <a:p>
                <a:pPr marL="6350" lvl="1" indent="0">
                  <a:buNone/>
                  <a:defRPr/>
                </a:pPr>
                <a:r>
                  <a:rPr lang="en-US" sz="18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charset="0"/>
                    <a:cs typeface="Arial" charset="0"/>
                  </a:rPr>
                  <a:t>Adjust the size and position of the image.</a:t>
                </a:r>
              </a:p>
              <a:p>
                <a:pPr marL="6350" lvl="1" indent="0">
                  <a:buNone/>
                  <a:defRPr/>
                </a:pPr>
                <a:r>
                  <a:rPr lang="en-US" sz="18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charset="0"/>
                    <a:cs typeface="Arial" charset="0"/>
                  </a:rPr>
                  <a:t>Press Esc or click outside the image area to exit the cropping mode.</a:t>
                </a:r>
              </a:p>
            </p:txBody>
          </p:sp>
          <p:pic>
            <p:nvPicPr>
              <p:cNvPr id="32" name="Picture 31">
                <a:extLst>
                  <a:ext uri="{FF2B5EF4-FFF2-40B4-BE49-F238E27FC236}">
                    <a16:creationId xmlns:a16="http://schemas.microsoft.com/office/drawing/2014/main" id="{556BAB2B-CC37-3343-9E88-87CF2EE18C54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4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14553978" y="4567445"/>
                <a:ext cx="136897" cy="213643"/>
              </a:xfrm>
              <a:prstGeom prst="rect">
                <a:avLst/>
              </a:prstGeom>
              <a:ln w="19050"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</p:pic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B069F4C-8AD2-9246-B11A-D858D8BD55B6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12577088" y="500436"/>
              <a:ext cx="114706" cy="114706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txBody>
            <a:bodyPr vert="horz" wrap="non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0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1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0CA2CD0A-D65C-EA4B-BD79-7328CBB7BABA}"/>
                </a:ext>
              </a:extLst>
            </p:cNvPr>
            <p:cNvSpPr txBox="1"/>
            <p:nvPr userDrawn="1"/>
          </p:nvSpPr>
          <p:spPr>
            <a:xfrm>
              <a:off x="12776177" y="1104602"/>
              <a:ext cx="2289935" cy="838691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en-US"/>
              </a:defPPr>
              <a:lvl1pPr lvl="0">
                <a:spcBef>
                  <a:spcPts val="900"/>
                </a:spcBef>
                <a:spcAft>
                  <a:spcPts val="300"/>
                </a:spcAft>
                <a:defRPr sz="800" b="1" cap="all" spc="20" baseline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0" lvl="1" indent="0">
                <a:lnSpc>
                  <a:spcPct val="90000"/>
                </a:lnSpc>
                <a:spcAft>
                  <a:spcPts val="300"/>
                </a:spcAft>
                <a:tabLst/>
                <a:defRPr sz="12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113" lvl="2" indent="0">
                <a:spcBef>
                  <a:spcPts val="300"/>
                </a:spcBef>
                <a:buFont typeface="Wingdings" pitchFamily="2" charset="2"/>
                <a:buNone/>
                <a:tabLst/>
                <a:defRPr sz="800">
                  <a:solidFill>
                    <a:schemeClr val="bg1">
                      <a:lumMod val="85000"/>
                    </a:schemeClr>
                  </a:solidFill>
                </a:defRPr>
              </a:lvl3pPr>
            </a:lstStyle>
            <a:p>
              <a:pPr marL="0" lvl="0" indent="0">
                <a:buFont typeface="Arial" panose="020B0604020202020204" pitchFamily="34" charset="0"/>
                <a:buNone/>
              </a:pPr>
              <a:r>
                <a:rPr lang="en-US" sz="1200"/>
                <a:t>Method 2: </a:t>
              </a:r>
              <a:r>
                <a:rPr lang="en-US" sz="1200" b="0"/>
                <a:t>PLACEHOLDER ICON</a:t>
              </a:r>
            </a:p>
            <a:p>
              <a:pPr lvl="1">
                <a:buNone/>
              </a:pPr>
              <a:r>
                <a:rPr lang="en-US" sz="2100"/>
                <a:t>Click the image icon inside the placeholder to browse for an image. You may need to shift the gradient aside in order to access the placeholder icon.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B577A331-35D8-0E4E-94C4-8D81EC99B7C7}"/>
                </a:ext>
              </a:extLst>
            </p:cNvPr>
            <p:cNvSpPr txBox="1"/>
            <p:nvPr userDrawn="1"/>
          </p:nvSpPr>
          <p:spPr>
            <a:xfrm>
              <a:off x="12776177" y="2045527"/>
              <a:ext cx="2016492" cy="415499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en-US"/>
              </a:defPPr>
              <a:lvl1pPr lvl="0">
                <a:spcBef>
                  <a:spcPts val="1600"/>
                </a:spcBef>
                <a:spcAft>
                  <a:spcPts val="300"/>
                </a:spcAft>
                <a:defRPr sz="1050" b="0" cap="none" spc="0" baseline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134938" lvl="1" indent="-131763">
                <a:lnSpc>
                  <a:spcPct val="90000"/>
                </a:lnSpc>
                <a:spcAft>
                  <a:spcPts val="300"/>
                </a:spcAft>
                <a:buFont typeface="Wingdings" pitchFamily="2" charset="2"/>
                <a:buChar char="§"/>
                <a:tabLst/>
                <a:defRPr sz="9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113" lvl="2" indent="0">
                <a:spcBef>
                  <a:spcPts val="300"/>
                </a:spcBef>
                <a:buFont typeface="Wingdings" pitchFamily="2" charset="2"/>
                <a:buNone/>
                <a:tabLst/>
                <a:defRPr sz="800">
                  <a:solidFill>
                    <a:schemeClr val="bg1">
                      <a:lumMod val="85000"/>
                    </a:schemeClr>
                  </a:solidFill>
                </a:defRPr>
              </a:lvl3pPr>
            </a:lstStyle>
            <a:p>
              <a:pPr lvl="2"/>
              <a:r>
                <a:rPr lang="en-US" sz="1800"/>
                <a:t>Note: If the photo covers your text after you drop it in, simply right click the photo and select ‘Send to Back’.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563C2DA6-AE93-3E49-87C1-AD34E5C1951B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12577088" y="1111659"/>
              <a:ext cx="114706" cy="114706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txBody>
            <a:bodyPr vert="horz" wrap="non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0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2</a:t>
              </a: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B63CBDF1-AD68-0547-8D1F-E199906767F1}"/>
              </a:ext>
            </a:extLst>
          </p:cNvPr>
          <p:cNvSpPr txBox="1"/>
          <p:nvPr userDrawn="1"/>
        </p:nvSpPr>
        <p:spPr>
          <a:xfrm>
            <a:off x="0" y="-828422"/>
            <a:ext cx="10963178" cy="468468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accent2"/>
            </a:solidFill>
          </a:ln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spc="1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PLEASE CONTACT CREATIVE SERVICES TO REQUEST ALTERNATIVE IMAGES</a:t>
            </a:r>
          </a:p>
        </p:txBody>
      </p: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39B5817D-3E68-FC42-8BC8-5368E0F6BBC0}"/>
              </a:ext>
            </a:extLst>
          </p:cNvPr>
          <p:cNvCxnSpPr/>
          <p:nvPr userDrawn="1"/>
        </p:nvCxnSpPr>
        <p:spPr>
          <a:xfrm>
            <a:off x="0" y="12683688"/>
            <a:ext cx="24382413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itle 1">
            <a:extLst>
              <a:ext uri="{FF2B5EF4-FFF2-40B4-BE49-F238E27FC236}">
                <a16:creationId xmlns:a16="http://schemas.microsoft.com/office/drawing/2014/main" id="{932EA5C5-AD39-5F46-8B0F-BD5BBF63B4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7463542"/>
            <a:ext cx="24403920" cy="4560408"/>
          </a:xfrm>
          <a:gradFill>
            <a:gsLst>
              <a:gs pos="0">
                <a:schemeClr val="accent1">
                  <a:alpha val="76666"/>
                </a:schemeClr>
              </a:gs>
              <a:gs pos="100000">
                <a:schemeClr val="accent1"/>
              </a:gs>
            </a:gsLst>
            <a:lin ang="5400000" scaled="1"/>
          </a:gradFill>
          <a:ln w="12700">
            <a:noFill/>
          </a:ln>
        </p:spPr>
        <p:txBody>
          <a:bodyPr lIns="251999" rIns="251999" bIns="0" anchor="ctr"/>
          <a:lstStyle>
            <a:lvl1pPr algn="l">
              <a:lnSpc>
                <a:spcPct val="90000"/>
              </a:lnSpc>
              <a:defRPr sz="8800" b="1" i="0" cap="none" spc="0" baseline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Statement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9BF1E6-6534-7549-9ED0-8ED25057DAD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r>
              <a:rPr lang="en-CA"/>
              <a:t>Date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85314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Right Sid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icture Placeholder 89">
            <a:extLst>
              <a:ext uri="{FF2B5EF4-FFF2-40B4-BE49-F238E27FC236}">
                <a16:creationId xmlns:a16="http://schemas.microsoft.com/office/drawing/2014/main" id="{B723B144-FA32-344B-9431-E31382ADDF3D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auto">
          <a:xfrm>
            <a:off x="14569492" y="1"/>
            <a:ext cx="9812921" cy="12688478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Drag and drop image onto slide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3A6F8CA-EB29-7B4C-8C88-14F0FA8683CF}"/>
              </a:ext>
            </a:extLst>
          </p:cNvPr>
          <p:cNvGrpSpPr/>
          <p:nvPr userDrawn="1"/>
        </p:nvGrpSpPr>
        <p:grpSpPr>
          <a:xfrm>
            <a:off x="24988403" y="304801"/>
            <a:ext cx="5748046" cy="12741968"/>
            <a:chOff x="12457693" y="0"/>
            <a:chExt cx="2874210" cy="6370984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EF4B2B0-BF85-6749-9807-1542F0D260A9}"/>
                </a:ext>
              </a:extLst>
            </p:cNvPr>
            <p:cNvSpPr/>
            <p:nvPr userDrawn="1"/>
          </p:nvSpPr>
          <p:spPr>
            <a:xfrm>
              <a:off x="12457693" y="0"/>
              <a:ext cx="2798651" cy="6370984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360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B969EFC-6015-994F-AAAE-36B45550D796}"/>
                </a:ext>
              </a:extLst>
            </p:cNvPr>
            <p:cNvSpPr txBox="1"/>
            <p:nvPr userDrawn="1"/>
          </p:nvSpPr>
          <p:spPr>
            <a:xfrm>
              <a:off x="12613762" y="150289"/>
              <a:ext cx="1624942" cy="169277"/>
            </a:xfrm>
            <a:prstGeom prst="rect">
              <a:avLst/>
            </a:prstGeom>
          </p:spPr>
          <p:txBody>
            <a:bodyPr vert="horz" wrap="none" lIns="0" tIns="0" rIns="0" bIns="0" rtlCol="0" anchor="t">
              <a:spAutoFit/>
            </a:bodyPr>
            <a:lstStyle>
              <a:defPPr>
                <a:defRPr lang="en-US"/>
              </a:defPPr>
              <a:lvl1pPr>
                <a:defRPr sz="110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defRPr>
              </a:lvl1pPr>
            </a:lstStyle>
            <a:p>
              <a:pPr marL="0" lvl="0" indent="0">
                <a:buNone/>
              </a:pPr>
              <a:r>
                <a:rPr lang="en-US" sz="2200">
                  <a:solidFill>
                    <a:schemeClr val="bg1"/>
                  </a:solidFill>
                </a:rPr>
                <a:t>HOW TO ADD AN IMAGE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F857ABE-281D-204A-961D-D55C5A4EECE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613762" y="352906"/>
              <a:ext cx="1755381" cy="0"/>
            </a:xfrm>
            <a:prstGeom prst="line">
              <a:avLst/>
            </a:prstGeom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36349B6-CD87-3C40-A671-7A1B3EDBFBDB}"/>
                </a:ext>
              </a:extLst>
            </p:cNvPr>
            <p:cNvSpPr txBox="1"/>
            <p:nvPr userDrawn="1"/>
          </p:nvSpPr>
          <p:spPr>
            <a:xfrm>
              <a:off x="12776177" y="496513"/>
              <a:ext cx="2297338" cy="402418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en-US"/>
              </a:defPPr>
              <a:lvl1pPr lvl="0">
                <a:spcBef>
                  <a:spcPts val="900"/>
                </a:spcBef>
                <a:spcAft>
                  <a:spcPts val="300"/>
                </a:spcAft>
                <a:defRPr sz="800" b="1" cap="all" spc="20" baseline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0" lvl="1" indent="0">
                <a:lnSpc>
                  <a:spcPct val="90000"/>
                </a:lnSpc>
                <a:spcAft>
                  <a:spcPts val="300"/>
                </a:spcAft>
                <a:tabLst/>
                <a:defRPr sz="12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113" lvl="2" indent="0">
                <a:spcBef>
                  <a:spcPts val="300"/>
                </a:spcBef>
                <a:buFont typeface="Wingdings" pitchFamily="2" charset="2"/>
                <a:buNone/>
                <a:tabLst/>
                <a:defRPr sz="800">
                  <a:solidFill>
                    <a:schemeClr val="bg1">
                      <a:lumMod val="85000"/>
                    </a:schemeClr>
                  </a:solidFill>
                </a:defRPr>
              </a:lvl3pPr>
            </a:lstStyle>
            <a:p>
              <a:pPr marL="0" lvl="0" indent="0">
                <a:buFont typeface="Arial" panose="020B0604020202020204" pitchFamily="34" charset="0"/>
                <a:buNone/>
              </a:pPr>
              <a:r>
                <a:rPr lang="en-US" sz="1200" b="1"/>
                <a:t>Method 1: </a:t>
              </a:r>
              <a:r>
                <a:rPr lang="en-US" sz="1200" b="0"/>
                <a:t>DRAG &amp; DROP</a:t>
              </a:r>
            </a:p>
            <a:p>
              <a:pPr lvl="1">
                <a:buNone/>
              </a:pPr>
              <a:r>
                <a:rPr lang="en-US" sz="2100"/>
                <a:t>On an empty master layout, drag and drop an image onto the slide.</a:t>
              </a: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2F3C8DC-0EB1-A54A-9CC4-B7E9EB96D6B5}"/>
                </a:ext>
              </a:extLst>
            </p:cNvPr>
            <p:cNvGrpSpPr/>
            <p:nvPr userDrawn="1"/>
          </p:nvGrpSpPr>
          <p:grpSpPr>
            <a:xfrm>
              <a:off x="12596752" y="2653788"/>
              <a:ext cx="2735151" cy="2087177"/>
              <a:chOff x="12596752" y="5446684"/>
              <a:chExt cx="2735151" cy="2087177"/>
            </a:xfrm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DC20CD52-3955-584F-A4C5-5ABDC961B346}"/>
                  </a:ext>
                </a:extLst>
              </p:cNvPr>
              <p:cNvGrpSpPr/>
              <p:nvPr userDrawn="1"/>
            </p:nvGrpSpPr>
            <p:grpSpPr>
              <a:xfrm>
                <a:off x="12596752" y="5446684"/>
                <a:ext cx="2735151" cy="2087177"/>
                <a:chOff x="12596752" y="3550835"/>
                <a:chExt cx="2735151" cy="2087177"/>
              </a:xfrm>
            </p:grpSpPr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F771F22C-7095-2046-98D8-7F526D021947}"/>
                    </a:ext>
                  </a:extLst>
                </p:cNvPr>
                <p:cNvSpPr/>
                <p:nvPr userDrawn="1"/>
              </p:nvSpPr>
              <p:spPr>
                <a:xfrm>
                  <a:off x="12596752" y="3550835"/>
                  <a:ext cx="2735151" cy="2087177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3600"/>
                </a:p>
              </p:txBody>
            </p: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E5F8D0D1-E25C-514F-B0F6-009FE88EDA7B}"/>
                    </a:ext>
                  </a:extLst>
                </p:cNvPr>
                <p:cNvSpPr txBox="1"/>
                <p:nvPr userDrawn="1"/>
              </p:nvSpPr>
              <p:spPr>
                <a:xfrm>
                  <a:off x="12771990" y="4875845"/>
                  <a:ext cx="2422981" cy="498598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t">
                  <a:spAutoFit/>
                </a:bodyPr>
                <a:lstStyle/>
                <a:p>
                  <a:pPr marL="6350" lvl="1" indent="0" algn="l" defTabSz="1828709" rtl="0" eaLnBrk="1" latinLnBrk="0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None/>
                    <a:tabLst/>
                    <a:defRPr/>
                  </a:pPr>
                  <a:r>
                    <a:rPr lang="en-US" sz="1800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Deleting the image may bring the image placeholder to the top layer, covering your text. Right-click on the placeholder and choose “Send to Back”.</a:t>
                  </a:r>
                </a:p>
              </p:txBody>
            </p: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4C5FEE07-2797-9841-AF3F-7B02EA44BEC6}"/>
                    </a:ext>
                  </a:extLst>
                </p:cNvPr>
                <p:cNvSpPr txBox="1"/>
                <p:nvPr userDrawn="1"/>
              </p:nvSpPr>
              <p:spPr>
                <a:xfrm>
                  <a:off x="12771991" y="3940775"/>
                  <a:ext cx="2156990" cy="856645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t">
                  <a:spAutoFit/>
                </a:bodyPr>
                <a:lstStyle/>
                <a:p>
                  <a:pPr marL="0" indent="0" algn="l" defTabSz="1828709" rtl="0" eaLnBrk="1" latinLnBrk="0" hangingPunct="1">
                    <a:spcBef>
                      <a:spcPts val="400"/>
                    </a:spcBef>
                    <a:buNone/>
                  </a:pPr>
                  <a:r>
                    <a:rPr lang="en-US" sz="1800" b="1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First, delete the existing image to reset the photo placeholder functionality. </a:t>
                  </a:r>
                  <a:r>
                    <a:rPr lang="en-US" sz="1800" b="0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You may need to shift the gradient aside in order to do this. </a:t>
                  </a:r>
                </a:p>
                <a:p>
                  <a:pPr marL="0" indent="0" algn="l" defTabSz="1828709" rtl="0" eaLnBrk="1" latinLnBrk="0" hangingPunct="1">
                    <a:spcBef>
                      <a:spcPts val="400"/>
                    </a:spcBef>
                    <a:buNone/>
                  </a:pPr>
                  <a:r>
                    <a:rPr lang="en-US" sz="1800" b="0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Second, use one of the methods outlined above to add a new photo. </a:t>
                  </a:r>
                </a:p>
              </p:txBody>
            </p: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21BA9531-EC5F-D348-A85B-1F3BE61794D3}"/>
                    </a:ext>
                  </a:extLst>
                </p:cNvPr>
                <p:cNvSpPr txBox="1"/>
                <p:nvPr userDrawn="1"/>
              </p:nvSpPr>
              <p:spPr>
                <a:xfrm>
                  <a:off x="12771990" y="5385156"/>
                  <a:ext cx="2422981" cy="138500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t">
                  <a:spAutoFit/>
                </a:bodyPr>
                <a:lstStyle/>
                <a:p>
                  <a:pPr marL="0" indent="0" algn="l" defTabSz="1828709" rtl="0" eaLnBrk="1" latinLnBrk="0" hangingPunct="1">
                    <a:spcBef>
                      <a:spcPts val="400"/>
                    </a:spcBef>
                    <a:buNone/>
                  </a:pPr>
                  <a:r>
                    <a:rPr lang="en-US" sz="1800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You can now add a new image as normal.</a:t>
                  </a:r>
                </a:p>
              </p:txBody>
            </p:sp>
          </p:grp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049FC18-348C-3841-A7B1-EEDE4ECECA73}"/>
                  </a:ext>
                </a:extLst>
              </p:cNvPr>
              <p:cNvSpPr txBox="1"/>
              <p:nvPr userDrawn="1"/>
            </p:nvSpPr>
            <p:spPr>
              <a:xfrm>
                <a:off x="12962943" y="5575485"/>
                <a:ext cx="2368960" cy="169277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/>
              <a:p>
                <a:pPr marL="0" indent="0" algn="l">
                  <a:buNone/>
                </a:pPr>
                <a:r>
                  <a:rPr lang="en-US" sz="2200">
                    <a:solidFill>
                      <a:schemeClr val="accent2"/>
                    </a:solidFill>
                    <a:latin typeface="Arial" charset="0"/>
                    <a:ea typeface="Arial" charset="0"/>
                    <a:cs typeface="Arial" charset="0"/>
                  </a:rPr>
                  <a:t>TIP: Change Image</a:t>
                </a:r>
              </a:p>
            </p:txBody>
          </p:sp>
          <p:pic>
            <p:nvPicPr>
              <p:cNvPr id="23" name="Graphic 22">
                <a:extLst>
                  <a:ext uri="{FF2B5EF4-FFF2-40B4-BE49-F238E27FC236}">
                    <a16:creationId xmlns:a16="http://schemas.microsoft.com/office/drawing/2014/main" id="{BE07A37F-BC36-8141-9134-2D60B9BCDDBB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2756975" y="5585768"/>
                <a:ext cx="155227" cy="155227"/>
              </a:xfrm>
              <a:prstGeom prst="rect">
                <a:avLst/>
              </a:prstGeom>
            </p:spPr>
          </p:pic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61738F67-F841-DE42-B53F-A15AB7EF8263}"/>
                </a:ext>
              </a:extLst>
            </p:cNvPr>
            <p:cNvGrpSpPr/>
            <p:nvPr userDrawn="1"/>
          </p:nvGrpSpPr>
          <p:grpSpPr>
            <a:xfrm>
              <a:off x="12596752" y="4895098"/>
              <a:ext cx="2735151" cy="1280928"/>
              <a:chOff x="12596752" y="4090029"/>
              <a:chExt cx="2735151" cy="1280928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4763862F-B08E-3A4A-B63B-0F08304B80A9}"/>
                  </a:ext>
                </a:extLst>
              </p:cNvPr>
              <p:cNvSpPr/>
              <p:nvPr userDrawn="1"/>
            </p:nvSpPr>
            <p:spPr>
              <a:xfrm>
                <a:off x="12596752" y="4090029"/>
                <a:ext cx="2735151" cy="1280928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DD6367C-0588-7B43-B808-760C7B6E2CA8}"/>
                  </a:ext>
                </a:extLst>
              </p:cNvPr>
              <p:cNvSpPr txBox="1"/>
              <p:nvPr userDrawn="1"/>
            </p:nvSpPr>
            <p:spPr>
              <a:xfrm>
                <a:off x="12962943" y="4218828"/>
                <a:ext cx="2368960" cy="169277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/>
              <a:p>
                <a:pPr marL="0" indent="0" algn="l">
                  <a:buNone/>
                </a:pPr>
                <a:r>
                  <a:rPr lang="en-US" sz="2200">
                    <a:solidFill>
                      <a:schemeClr val="accent2"/>
                    </a:solidFill>
                    <a:latin typeface="Arial" charset="0"/>
                    <a:ea typeface="Arial" charset="0"/>
                    <a:cs typeface="Arial" charset="0"/>
                  </a:rPr>
                  <a:t>TIP: Crop Image</a:t>
                </a:r>
              </a:p>
            </p:txBody>
          </p:sp>
          <p:pic>
            <p:nvPicPr>
              <p:cNvPr id="29" name="Graphic 28">
                <a:extLst>
                  <a:ext uri="{FF2B5EF4-FFF2-40B4-BE49-F238E27FC236}">
                    <a16:creationId xmlns:a16="http://schemas.microsoft.com/office/drawing/2014/main" id="{8EFBD302-5FB8-0241-8B29-359EEE31960F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2756975" y="4229111"/>
                <a:ext cx="155227" cy="155227"/>
              </a:xfrm>
              <a:prstGeom prst="rect">
                <a:avLst/>
              </a:prstGeom>
            </p:spPr>
          </p:pic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43F54A8-F6DF-774C-9ABE-A2BD51A7AF06}"/>
                  </a:ext>
                </a:extLst>
              </p:cNvPr>
              <p:cNvSpPr txBox="1"/>
              <p:nvPr userDrawn="1"/>
            </p:nvSpPr>
            <p:spPr>
              <a:xfrm>
                <a:off x="12756975" y="4483012"/>
                <a:ext cx="2384904" cy="680956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defPPr>
                  <a:defRPr lang="en-US"/>
                </a:defPPr>
                <a:lvl1pPr lvl="0">
                  <a:spcBef>
                    <a:spcPts val="1000"/>
                  </a:spcBef>
                  <a:spcAft>
                    <a:spcPts val="300"/>
                  </a:spcAft>
                  <a:defRPr sz="1050" b="0" cap="none" spc="0" baseline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defRPr>
                </a:lvl1pPr>
                <a:lvl2pPr marL="134938" lvl="1" indent="-131763">
                  <a:lnSpc>
                    <a:spcPct val="90000"/>
                  </a:lnSpc>
                  <a:spcAft>
                    <a:spcPts val="300"/>
                  </a:spcAft>
                  <a:buFont typeface="Wingdings" pitchFamily="2" charset="2"/>
                  <a:buChar char="§"/>
                  <a:tabLst/>
                  <a:defRPr sz="90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defRPr>
                </a:lvl2pPr>
                <a:lvl3pPr marL="11113" lvl="2" indent="0">
                  <a:spcBef>
                    <a:spcPts val="300"/>
                  </a:spcBef>
                  <a:buFont typeface="Wingdings" pitchFamily="2" charset="2"/>
                  <a:buNone/>
                  <a:tabLst/>
                  <a:defRPr sz="800">
                    <a:solidFill>
                      <a:schemeClr val="bg1">
                        <a:lumMod val="85000"/>
                      </a:schemeClr>
                    </a:solidFill>
                  </a:defRPr>
                </a:lvl3pPr>
              </a:lstStyle>
              <a:p>
                <a:pPr marL="6350" lvl="1" indent="0">
                  <a:buNone/>
                  <a:defRPr/>
                </a:pPr>
                <a:r>
                  <a:rPr lang="en-US" sz="18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charset="0"/>
                    <a:cs typeface="Arial" charset="0"/>
                  </a:rPr>
                  <a:t>Right-click on the image.</a:t>
                </a:r>
              </a:p>
              <a:p>
                <a:pPr marL="6350" lvl="1" indent="0">
                  <a:buNone/>
                  <a:defRPr/>
                </a:pPr>
                <a:r>
                  <a:rPr lang="en-US" sz="18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charset="0"/>
                    <a:cs typeface="Arial" charset="0"/>
                  </a:rPr>
                  <a:t>Choose “Crop” from the menu. (       )</a:t>
                </a:r>
              </a:p>
              <a:p>
                <a:pPr marL="6350" lvl="1" indent="0">
                  <a:buNone/>
                  <a:defRPr/>
                </a:pPr>
                <a:r>
                  <a:rPr lang="en-US" sz="18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charset="0"/>
                    <a:cs typeface="Arial" charset="0"/>
                  </a:rPr>
                  <a:t>Adjust the size and position of the image.</a:t>
                </a:r>
              </a:p>
              <a:p>
                <a:pPr marL="6350" lvl="1" indent="0">
                  <a:buNone/>
                  <a:defRPr/>
                </a:pPr>
                <a:r>
                  <a:rPr lang="en-US" sz="18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charset="0"/>
                    <a:cs typeface="Arial" charset="0"/>
                  </a:rPr>
                  <a:t>Press Esc or click outside the image area to exit the cropping mode.</a:t>
                </a:r>
              </a:p>
            </p:txBody>
          </p:sp>
          <p:pic>
            <p:nvPicPr>
              <p:cNvPr id="32" name="Picture 31">
                <a:extLst>
                  <a:ext uri="{FF2B5EF4-FFF2-40B4-BE49-F238E27FC236}">
                    <a16:creationId xmlns:a16="http://schemas.microsoft.com/office/drawing/2014/main" id="{556BAB2B-CC37-3343-9E88-87CF2EE18C54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4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14553978" y="4567445"/>
                <a:ext cx="136897" cy="213643"/>
              </a:xfrm>
              <a:prstGeom prst="rect">
                <a:avLst/>
              </a:prstGeom>
              <a:ln w="19050"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</p:pic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B069F4C-8AD2-9246-B11A-D858D8BD55B6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12577088" y="500436"/>
              <a:ext cx="114706" cy="114706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txBody>
            <a:bodyPr vert="horz" wrap="non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0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1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0CA2CD0A-D65C-EA4B-BD79-7328CBB7BABA}"/>
                </a:ext>
              </a:extLst>
            </p:cNvPr>
            <p:cNvSpPr txBox="1"/>
            <p:nvPr userDrawn="1"/>
          </p:nvSpPr>
          <p:spPr>
            <a:xfrm>
              <a:off x="12776177" y="1104602"/>
              <a:ext cx="2289935" cy="838691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en-US"/>
              </a:defPPr>
              <a:lvl1pPr lvl="0">
                <a:spcBef>
                  <a:spcPts val="900"/>
                </a:spcBef>
                <a:spcAft>
                  <a:spcPts val="300"/>
                </a:spcAft>
                <a:defRPr sz="800" b="1" cap="all" spc="20" baseline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0" lvl="1" indent="0">
                <a:lnSpc>
                  <a:spcPct val="90000"/>
                </a:lnSpc>
                <a:spcAft>
                  <a:spcPts val="300"/>
                </a:spcAft>
                <a:tabLst/>
                <a:defRPr sz="12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113" lvl="2" indent="0">
                <a:spcBef>
                  <a:spcPts val="300"/>
                </a:spcBef>
                <a:buFont typeface="Wingdings" pitchFamily="2" charset="2"/>
                <a:buNone/>
                <a:tabLst/>
                <a:defRPr sz="800">
                  <a:solidFill>
                    <a:schemeClr val="bg1">
                      <a:lumMod val="85000"/>
                    </a:schemeClr>
                  </a:solidFill>
                </a:defRPr>
              </a:lvl3pPr>
            </a:lstStyle>
            <a:p>
              <a:pPr marL="0" lvl="0" indent="0">
                <a:buFont typeface="Arial" panose="020B0604020202020204" pitchFamily="34" charset="0"/>
                <a:buNone/>
              </a:pPr>
              <a:r>
                <a:rPr lang="en-US" sz="1200"/>
                <a:t>Method 2: </a:t>
              </a:r>
              <a:r>
                <a:rPr lang="en-US" sz="1200" b="0"/>
                <a:t>PLACEHOLDER ICON</a:t>
              </a:r>
            </a:p>
            <a:p>
              <a:pPr lvl="1">
                <a:buNone/>
              </a:pPr>
              <a:r>
                <a:rPr lang="en-US" sz="2100"/>
                <a:t>Click the image icon inside the placeholder to browse for an image. You may need to shift the gradient aside in order to access the placeholder icon.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B577A331-35D8-0E4E-94C4-8D81EC99B7C7}"/>
                </a:ext>
              </a:extLst>
            </p:cNvPr>
            <p:cNvSpPr txBox="1"/>
            <p:nvPr userDrawn="1"/>
          </p:nvSpPr>
          <p:spPr>
            <a:xfrm>
              <a:off x="12776177" y="2045527"/>
              <a:ext cx="2016492" cy="415499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en-US"/>
              </a:defPPr>
              <a:lvl1pPr lvl="0">
                <a:spcBef>
                  <a:spcPts val="1600"/>
                </a:spcBef>
                <a:spcAft>
                  <a:spcPts val="300"/>
                </a:spcAft>
                <a:defRPr sz="1050" b="0" cap="none" spc="0" baseline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134938" lvl="1" indent="-131763">
                <a:lnSpc>
                  <a:spcPct val="90000"/>
                </a:lnSpc>
                <a:spcAft>
                  <a:spcPts val="300"/>
                </a:spcAft>
                <a:buFont typeface="Wingdings" pitchFamily="2" charset="2"/>
                <a:buChar char="§"/>
                <a:tabLst/>
                <a:defRPr sz="9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113" lvl="2" indent="0">
                <a:spcBef>
                  <a:spcPts val="300"/>
                </a:spcBef>
                <a:buFont typeface="Wingdings" pitchFamily="2" charset="2"/>
                <a:buNone/>
                <a:tabLst/>
                <a:defRPr sz="800">
                  <a:solidFill>
                    <a:schemeClr val="bg1">
                      <a:lumMod val="85000"/>
                    </a:schemeClr>
                  </a:solidFill>
                </a:defRPr>
              </a:lvl3pPr>
            </a:lstStyle>
            <a:p>
              <a:pPr lvl="2"/>
              <a:r>
                <a:rPr lang="en-US" sz="1800"/>
                <a:t>Note: If the photo covers your text after you drop it in, simply right click the photo and select ‘Send to Back’.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563C2DA6-AE93-3E49-87C1-AD34E5C1951B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12577088" y="1111659"/>
              <a:ext cx="114706" cy="114706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txBody>
            <a:bodyPr vert="horz" wrap="non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0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2</a:t>
              </a: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B63CBDF1-AD68-0547-8D1F-E199906767F1}"/>
              </a:ext>
            </a:extLst>
          </p:cNvPr>
          <p:cNvSpPr txBox="1"/>
          <p:nvPr userDrawn="1"/>
        </p:nvSpPr>
        <p:spPr>
          <a:xfrm>
            <a:off x="0" y="-1297980"/>
            <a:ext cx="10963178" cy="468468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accent2"/>
            </a:solidFill>
          </a:ln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spc="1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PLEASE CONTACT CREATIVE SERVICES TO REQUEST ALTERNATIVE IMAGES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17A7D7BE-DE18-CA45-BE37-32B6AA2AB25E}"/>
              </a:ext>
            </a:extLst>
          </p:cNvPr>
          <p:cNvCxnSpPr/>
          <p:nvPr userDrawn="1"/>
        </p:nvCxnSpPr>
        <p:spPr>
          <a:xfrm>
            <a:off x="0" y="12683688"/>
            <a:ext cx="24382413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itle 1">
            <a:extLst>
              <a:ext uri="{FF2B5EF4-FFF2-40B4-BE49-F238E27FC236}">
                <a16:creationId xmlns:a16="http://schemas.microsoft.com/office/drawing/2014/main" id="{8F799074-CA80-E946-B8BB-5F58AA390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016" y="304800"/>
            <a:ext cx="13152468" cy="194627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E28868-B510-B340-BF03-8D07F832CAC5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r>
              <a:rPr lang="en-CA"/>
              <a:t>Date</a:t>
            </a:r>
            <a:endParaRPr lang="en-US"/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7FBE5152-68F4-3B49-A693-A6DAE1E6EDE6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auto">
          <a:xfrm>
            <a:off x="527017" y="2752727"/>
            <a:ext cx="13162457" cy="9578974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  <a:p>
            <a:pPr lvl="3"/>
            <a:endParaRPr lang="en-US"/>
          </a:p>
          <a:p>
            <a:pPr lvl="3"/>
            <a:endParaRPr lang="en-US"/>
          </a:p>
          <a:p>
            <a:pPr marL="361932" lvl="0" indent="-361932" algn="l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  <a:tabLst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57740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35FC6-E615-2A40-BD93-96F93CE1B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016" y="304802"/>
            <a:ext cx="23302011" cy="1946276"/>
          </a:xfrm>
        </p:spPr>
        <p:txBody>
          <a:bodyPr/>
          <a:lstStyle/>
          <a:p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7AAF051-0DB1-5547-9810-62319ABD2BB9}"/>
              </a:ext>
            </a:extLst>
          </p:cNvPr>
          <p:cNvCxnSpPr/>
          <p:nvPr userDrawn="1"/>
        </p:nvCxnSpPr>
        <p:spPr>
          <a:xfrm>
            <a:off x="0" y="12683688"/>
            <a:ext cx="24382413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DA7B925-8430-5E43-9D3C-5945E52730FF}"/>
              </a:ext>
            </a:extLst>
          </p:cNvPr>
          <p:cNvGrpSpPr/>
          <p:nvPr userDrawn="1"/>
        </p:nvGrpSpPr>
        <p:grpSpPr>
          <a:xfrm>
            <a:off x="24920993" y="304801"/>
            <a:ext cx="6186247" cy="1619250"/>
            <a:chOff x="12461307" y="152400"/>
            <a:chExt cx="3093325" cy="809625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52167FA-2CE6-3E43-B4E9-804D52B635B2}"/>
                </a:ext>
              </a:extLst>
            </p:cNvPr>
            <p:cNvSpPr/>
            <p:nvPr userDrawn="1"/>
          </p:nvSpPr>
          <p:spPr>
            <a:xfrm>
              <a:off x="12461307" y="152400"/>
              <a:ext cx="3093325" cy="809625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400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A8516D1-1923-114A-A760-5BBAB43B9AF8}"/>
                </a:ext>
              </a:extLst>
            </p:cNvPr>
            <p:cNvSpPr/>
            <p:nvPr userDrawn="1"/>
          </p:nvSpPr>
          <p:spPr>
            <a:xfrm>
              <a:off x="12517897" y="219592"/>
              <a:ext cx="2960228" cy="66623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A08893D-AE6E-6F4D-8677-124539924BA5}"/>
                </a:ext>
              </a:extLst>
            </p:cNvPr>
            <p:cNvSpPr txBox="1"/>
            <p:nvPr userDrawn="1"/>
          </p:nvSpPr>
          <p:spPr>
            <a:xfrm>
              <a:off x="13123460" y="325491"/>
              <a:ext cx="2059390" cy="484748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/>
            <a:p>
              <a:pPr marL="0" indent="0" algn="l">
                <a:buNone/>
              </a:pPr>
              <a:r>
                <a:rPr lang="en-US" sz="210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rPr>
                <a:t>Access programmed text formats by using the ‘Indent More’ button to change the indent level.</a:t>
              </a:r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D567EA5D-5284-7243-BA1D-B4D7551362E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-1"/>
            <a:stretch/>
          </p:blipFill>
          <p:spPr>
            <a:xfrm>
              <a:off x="12671338" y="333949"/>
              <a:ext cx="320762" cy="350353"/>
            </a:xfrm>
            <a:prstGeom prst="roundRect">
              <a:avLst/>
            </a:prstGeom>
          </p:spPr>
        </p:pic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89ACD5-841B-9742-BF12-AB47740C0DD4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r>
              <a:rPr lang="en-CA"/>
              <a:t>Date</a:t>
            </a:r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E2861E7-C993-CF4C-B237-7333B82A5B3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27016" y="2752727"/>
            <a:ext cx="23302011" cy="957897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5005330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stimonial O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4FE3FE8A-F161-D246-959E-ABD4855B3C3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791" y="447"/>
            <a:ext cx="24380827" cy="12598486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D678B08-DC65-D248-8746-992440E249BE}"/>
              </a:ext>
            </a:extLst>
          </p:cNvPr>
          <p:cNvSpPr txBox="1"/>
          <p:nvPr userDrawn="1"/>
        </p:nvSpPr>
        <p:spPr>
          <a:xfrm>
            <a:off x="0" y="-828422"/>
            <a:ext cx="10963178" cy="468468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accent2"/>
            </a:solidFill>
          </a:ln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spc="1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PLEASE CONTACT CREATIVE SERVICES TO REQUEST ALTERNATIVE IMAGES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F1F3CB-5ABB-E84B-B0E9-7E291E6FE7D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CA"/>
              <a:t>Date</a:t>
            </a:r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188AD644-FBE3-F546-93FC-9E20DA798A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131910" y="2709331"/>
            <a:ext cx="13697118" cy="5970250"/>
          </a:xfrm>
          <a:noFill/>
        </p:spPr>
        <p:txBody>
          <a:bodyPr tIns="216000" anchor="ctr"/>
          <a:lstStyle>
            <a:lvl1pPr algn="r">
              <a:defRPr sz="8800">
                <a:solidFill>
                  <a:schemeClr val="bg1"/>
                </a:solidFill>
                <a:effectLst>
                  <a:outerShdw blurRad="304800" dist="38100" dir="6600000" sx="101000" sy="101000" algn="tl" rotWithShape="0">
                    <a:prstClr val="black">
                      <a:alpha val="27000"/>
                    </a:prstClr>
                  </a:outerShdw>
                </a:effectLst>
              </a:defRPr>
            </a:lvl1pPr>
          </a:lstStyle>
          <a:p>
            <a:r>
              <a:rPr lang="en-US"/>
              <a:t>Click to add quote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3EF0CE46-C0A1-DD4A-B07B-2DDC6CC30C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283302" y="9985224"/>
            <a:ext cx="13545724" cy="1488092"/>
          </a:xfrm>
          <a:prstGeom prst="rect">
            <a:avLst/>
          </a:prstGeom>
          <a:noFill/>
        </p:spPr>
        <p:txBody>
          <a:bodyPr rIns="72000" anchor="t"/>
          <a:lstStyle>
            <a:lvl1pPr marL="0" indent="0" algn="r">
              <a:buNone/>
              <a:defRPr sz="4000" b="1" i="0" cap="none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 algn="r">
              <a:buNone/>
              <a:defRPr sz="4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Click to add name</a:t>
            </a:r>
          </a:p>
          <a:p>
            <a:pPr lvl="1"/>
            <a:r>
              <a:rPr lang="en-US"/>
              <a:t>Click to add job title or company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427E0E34-77FE-D844-B224-05D60E2C3D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131906" y="1116544"/>
            <a:ext cx="2184258" cy="2625724"/>
          </a:xfrm>
          <a:prstGeom prst="rect">
            <a:avLst/>
          </a:prstGeom>
        </p:spPr>
        <p:txBody>
          <a:bodyPr/>
          <a:lstStyle>
            <a:lvl1pPr marL="0" indent="0" algn="l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en-US" sz="33198" b="1" i="0" kern="1200" baseline="0" dirty="0">
                <a:solidFill>
                  <a:schemeClr val="bg1"/>
                </a:solidFill>
                <a:effectLst>
                  <a:outerShdw blurRad="304800" dist="38100" dir="6600000" sx="101000" sy="101000" algn="tl" rotWithShape="0">
                    <a:prstClr val="black">
                      <a:alpha val="27000"/>
                    </a:prstClr>
                  </a:outerShdw>
                </a:effectLst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“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0C5913F8-38A0-7F47-B5A2-BE537048EAD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656690" y="7490107"/>
            <a:ext cx="2184258" cy="1874026"/>
          </a:xfrm>
          <a:prstGeom prst="rect">
            <a:avLst/>
          </a:prstGeom>
        </p:spPr>
        <p:txBody>
          <a:bodyPr/>
          <a:lstStyle>
            <a:lvl1pPr marL="0" indent="0" algn="l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en-US" sz="19199" b="1" i="0" kern="1200" baseline="0" dirty="0">
                <a:solidFill>
                  <a:schemeClr val="bg1"/>
                </a:solidFill>
                <a:effectLst>
                  <a:outerShdw blurRad="304800" dist="38100" dir="6600000" sx="101000" sy="101000" algn="tl" rotWithShape="0">
                    <a:prstClr val="black">
                      <a:alpha val="27000"/>
                    </a:prstClr>
                  </a:outerShdw>
                </a:effectLst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2946574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&amp; Supporting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C91952AE-6861-7D4C-A679-7ED17406D24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auto">
          <a:xfrm>
            <a:off x="19915808" y="1090245"/>
            <a:ext cx="4466605" cy="10991838"/>
          </a:xfrm>
          <a:custGeom>
            <a:avLst/>
            <a:gdLst>
              <a:gd name="connsiteX0" fmla="*/ 312822 w 2233448"/>
              <a:gd name="connsiteY0" fmla="*/ 0 h 5495919"/>
              <a:gd name="connsiteX1" fmla="*/ 568770 w 2233448"/>
              <a:gd name="connsiteY1" fmla="*/ 0 h 5495919"/>
              <a:gd name="connsiteX2" fmla="*/ 568770 w 2233448"/>
              <a:gd name="connsiteY2" fmla="*/ 96713 h 5495919"/>
              <a:gd name="connsiteX3" fmla="*/ 671350 w 2233448"/>
              <a:gd name="connsiteY3" fmla="*/ 199293 h 5495919"/>
              <a:gd name="connsiteX4" fmla="*/ 1820205 w 2233448"/>
              <a:gd name="connsiteY4" fmla="*/ 199293 h 5495919"/>
              <a:gd name="connsiteX5" fmla="*/ 1922785 w 2233448"/>
              <a:gd name="connsiteY5" fmla="*/ 96713 h 5495919"/>
              <a:gd name="connsiteX6" fmla="*/ 1922785 w 2233448"/>
              <a:gd name="connsiteY6" fmla="*/ 0 h 5495919"/>
              <a:gd name="connsiteX7" fmla="*/ 2233448 w 2233448"/>
              <a:gd name="connsiteY7" fmla="*/ 0 h 5495919"/>
              <a:gd name="connsiteX8" fmla="*/ 2233448 w 2233448"/>
              <a:gd name="connsiteY8" fmla="*/ 5495919 h 5495919"/>
              <a:gd name="connsiteX9" fmla="*/ 312822 w 2233448"/>
              <a:gd name="connsiteY9" fmla="*/ 5495919 h 5495919"/>
              <a:gd name="connsiteX10" fmla="*/ 0 w 2233448"/>
              <a:gd name="connsiteY10" fmla="*/ 5183097 h 5495919"/>
              <a:gd name="connsiteX11" fmla="*/ 0 w 2233448"/>
              <a:gd name="connsiteY11" fmla="*/ 312822 h 5495919"/>
              <a:gd name="connsiteX12" fmla="*/ 312822 w 2233448"/>
              <a:gd name="connsiteY12" fmla="*/ 0 h 5495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233448" h="5495919">
                <a:moveTo>
                  <a:pt x="312822" y="0"/>
                </a:moveTo>
                <a:lnTo>
                  <a:pt x="568770" y="0"/>
                </a:lnTo>
                <a:lnTo>
                  <a:pt x="568770" y="96713"/>
                </a:lnTo>
                <a:cubicBezTo>
                  <a:pt x="568770" y="153366"/>
                  <a:pt x="614697" y="199293"/>
                  <a:pt x="671350" y="199293"/>
                </a:cubicBezTo>
                <a:lnTo>
                  <a:pt x="1820205" y="199293"/>
                </a:lnTo>
                <a:cubicBezTo>
                  <a:pt x="1876858" y="199293"/>
                  <a:pt x="1922785" y="153366"/>
                  <a:pt x="1922785" y="96713"/>
                </a:cubicBezTo>
                <a:lnTo>
                  <a:pt x="1922785" y="0"/>
                </a:lnTo>
                <a:lnTo>
                  <a:pt x="2233448" y="0"/>
                </a:lnTo>
                <a:lnTo>
                  <a:pt x="2233448" y="5495919"/>
                </a:lnTo>
                <a:lnTo>
                  <a:pt x="312822" y="5495919"/>
                </a:lnTo>
                <a:cubicBezTo>
                  <a:pt x="140055" y="5495919"/>
                  <a:pt x="0" y="5355864"/>
                  <a:pt x="0" y="5183097"/>
                </a:cubicBezTo>
                <a:lnTo>
                  <a:pt x="0" y="312822"/>
                </a:lnTo>
                <a:cubicBezTo>
                  <a:pt x="0" y="140055"/>
                  <a:pt x="140055" y="0"/>
                  <a:pt x="312822" y="0"/>
                </a:cubicBezTo>
                <a:close/>
              </a:path>
            </a:pathLst>
          </a:cu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80000" rIns="251999" anchor="ctr">
            <a:noAutofit/>
          </a:bodyPr>
          <a:lstStyle>
            <a:lvl1pPr marL="0" indent="0">
              <a:buNone/>
              <a:defRPr sz="4000"/>
            </a:lvl1pPr>
          </a:lstStyle>
          <a:p>
            <a:r>
              <a:rPr lang="en-US"/>
              <a:t>Drag image onto slide to fill phone screen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1A19A1-7307-4944-BE1C-F523537652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685" y="304800"/>
            <a:ext cx="5758553" cy="12005540"/>
          </a:xfrm>
        </p:spPr>
        <p:txBody>
          <a:bodyPr anchor="ctr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add slide title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B11D142-2F56-C44C-92D0-D7EA8A9DAB96}"/>
              </a:ext>
            </a:extLst>
          </p:cNvPr>
          <p:cNvCxnSpPr/>
          <p:nvPr userDrawn="1"/>
        </p:nvCxnSpPr>
        <p:spPr>
          <a:xfrm>
            <a:off x="0" y="12683688"/>
            <a:ext cx="24382413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4" name="Group 73">
            <a:extLst>
              <a:ext uri="{FF2B5EF4-FFF2-40B4-BE49-F238E27FC236}">
                <a16:creationId xmlns:a16="http://schemas.microsoft.com/office/drawing/2014/main" id="{C9E686AA-6EDF-FF48-9476-DD83F7100E37}"/>
              </a:ext>
            </a:extLst>
          </p:cNvPr>
          <p:cNvGrpSpPr/>
          <p:nvPr userDrawn="1"/>
        </p:nvGrpSpPr>
        <p:grpSpPr>
          <a:xfrm>
            <a:off x="24988403" y="304801"/>
            <a:ext cx="5748046" cy="12741968"/>
            <a:chOff x="12457693" y="0"/>
            <a:chExt cx="2874210" cy="6370984"/>
          </a:xfrm>
        </p:grpSpPr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80AE1A7C-1EB7-E244-8DE3-9EE13BBA15B6}"/>
                </a:ext>
              </a:extLst>
            </p:cNvPr>
            <p:cNvSpPr/>
            <p:nvPr userDrawn="1"/>
          </p:nvSpPr>
          <p:spPr>
            <a:xfrm>
              <a:off x="12457693" y="0"/>
              <a:ext cx="2798651" cy="6370984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3600"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4FEC5364-347F-A24A-B1B8-ABC46E4248D0}"/>
                </a:ext>
              </a:extLst>
            </p:cNvPr>
            <p:cNvSpPr txBox="1"/>
            <p:nvPr userDrawn="1"/>
          </p:nvSpPr>
          <p:spPr>
            <a:xfrm>
              <a:off x="12613762" y="150289"/>
              <a:ext cx="1624942" cy="169277"/>
            </a:xfrm>
            <a:prstGeom prst="rect">
              <a:avLst/>
            </a:prstGeom>
          </p:spPr>
          <p:txBody>
            <a:bodyPr vert="horz" wrap="none" lIns="0" tIns="0" rIns="0" bIns="0" rtlCol="0" anchor="t">
              <a:spAutoFit/>
            </a:bodyPr>
            <a:lstStyle>
              <a:defPPr>
                <a:defRPr lang="en-US"/>
              </a:defPPr>
              <a:lvl1pPr>
                <a:defRPr sz="110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defRPr>
              </a:lvl1pPr>
            </a:lstStyle>
            <a:p>
              <a:pPr marL="0" lvl="0" indent="0">
                <a:buNone/>
              </a:pPr>
              <a:r>
                <a:rPr lang="en-US" sz="2200">
                  <a:solidFill>
                    <a:schemeClr val="bg1"/>
                  </a:solidFill>
                </a:rPr>
                <a:t>HOW TO ADD AN IMAGE</a:t>
              </a:r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666901DA-7F55-BA47-A660-CAD72EEFE97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613762" y="352906"/>
              <a:ext cx="1755381" cy="0"/>
            </a:xfrm>
            <a:prstGeom prst="line">
              <a:avLst/>
            </a:prstGeom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478FDDD2-5858-A446-9B0E-1C063E0B4502}"/>
                </a:ext>
              </a:extLst>
            </p:cNvPr>
            <p:cNvSpPr txBox="1"/>
            <p:nvPr userDrawn="1"/>
          </p:nvSpPr>
          <p:spPr>
            <a:xfrm>
              <a:off x="12776177" y="496513"/>
              <a:ext cx="2297338" cy="402418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en-US"/>
              </a:defPPr>
              <a:lvl1pPr lvl="0">
                <a:spcBef>
                  <a:spcPts val="900"/>
                </a:spcBef>
                <a:spcAft>
                  <a:spcPts val="300"/>
                </a:spcAft>
                <a:defRPr sz="800" b="1" cap="all" spc="20" baseline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0" lvl="1" indent="0">
                <a:lnSpc>
                  <a:spcPct val="90000"/>
                </a:lnSpc>
                <a:spcAft>
                  <a:spcPts val="300"/>
                </a:spcAft>
                <a:tabLst/>
                <a:defRPr sz="12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113" lvl="2" indent="0">
                <a:spcBef>
                  <a:spcPts val="300"/>
                </a:spcBef>
                <a:buFont typeface="Wingdings" pitchFamily="2" charset="2"/>
                <a:buNone/>
                <a:tabLst/>
                <a:defRPr sz="800">
                  <a:solidFill>
                    <a:schemeClr val="bg1">
                      <a:lumMod val="85000"/>
                    </a:schemeClr>
                  </a:solidFill>
                </a:defRPr>
              </a:lvl3pPr>
            </a:lstStyle>
            <a:p>
              <a:pPr marL="0" lvl="0" indent="0">
                <a:buFont typeface="Arial" panose="020B0604020202020204" pitchFamily="34" charset="0"/>
                <a:buNone/>
              </a:pPr>
              <a:r>
                <a:rPr lang="en-US" sz="1200" b="1"/>
                <a:t>Method 1: </a:t>
              </a:r>
              <a:r>
                <a:rPr lang="en-US" sz="1200" b="0"/>
                <a:t>DRAG &amp; DROP</a:t>
              </a:r>
            </a:p>
            <a:p>
              <a:pPr lvl="1">
                <a:buNone/>
              </a:pPr>
              <a:r>
                <a:rPr lang="en-US" sz="2100"/>
                <a:t>On an empty master layout, drag and drop an image onto the slide.</a:t>
              </a:r>
            </a:p>
          </p:txBody>
        </p: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F9D4316F-8829-C74B-A221-4A7DBA272431}"/>
                </a:ext>
              </a:extLst>
            </p:cNvPr>
            <p:cNvGrpSpPr/>
            <p:nvPr userDrawn="1"/>
          </p:nvGrpSpPr>
          <p:grpSpPr>
            <a:xfrm>
              <a:off x="12596752" y="2653788"/>
              <a:ext cx="2735151" cy="2087177"/>
              <a:chOff x="12596752" y="5446684"/>
              <a:chExt cx="2735151" cy="2087177"/>
            </a:xfrm>
          </p:grpSpPr>
          <p:grpSp>
            <p:nvGrpSpPr>
              <p:cNvPr id="90" name="Group 89">
                <a:extLst>
                  <a:ext uri="{FF2B5EF4-FFF2-40B4-BE49-F238E27FC236}">
                    <a16:creationId xmlns:a16="http://schemas.microsoft.com/office/drawing/2014/main" id="{50384B02-75E8-144E-8B22-F27459DBF213}"/>
                  </a:ext>
                </a:extLst>
              </p:cNvPr>
              <p:cNvGrpSpPr/>
              <p:nvPr userDrawn="1"/>
            </p:nvGrpSpPr>
            <p:grpSpPr>
              <a:xfrm>
                <a:off x="12596752" y="5446684"/>
                <a:ext cx="2735151" cy="2087177"/>
                <a:chOff x="12596752" y="3550835"/>
                <a:chExt cx="2735151" cy="2087177"/>
              </a:xfrm>
            </p:grpSpPr>
            <p:sp>
              <p:nvSpPr>
                <p:cNvPr id="93" name="Rectangle 92">
                  <a:extLst>
                    <a:ext uri="{FF2B5EF4-FFF2-40B4-BE49-F238E27FC236}">
                      <a16:creationId xmlns:a16="http://schemas.microsoft.com/office/drawing/2014/main" id="{0F73B797-007D-8F45-9B2F-99A3C206555C}"/>
                    </a:ext>
                  </a:extLst>
                </p:cNvPr>
                <p:cNvSpPr/>
                <p:nvPr userDrawn="1"/>
              </p:nvSpPr>
              <p:spPr>
                <a:xfrm>
                  <a:off x="12596752" y="3550835"/>
                  <a:ext cx="2735151" cy="2087177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3600"/>
                </a:p>
              </p:txBody>
            </p:sp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C3AED18F-21AD-404E-BED9-E23726592536}"/>
                    </a:ext>
                  </a:extLst>
                </p:cNvPr>
                <p:cNvSpPr txBox="1"/>
                <p:nvPr userDrawn="1"/>
              </p:nvSpPr>
              <p:spPr>
                <a:xfrm>
                  <a:off x="12771990" y="4875845"/>
                  <a:ext cx="2422981" cy="498598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t">
                  <a:spAutoFit/>
                </a:bodyPr>
                <a:lstStyle/>
                <a:p>
                  <a:pPr marL="6350" lvl="1" indent="0" algn="l" defTabSz="1828709" rtl="0" eaLnBrk="1" latinLnBrk="0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None/>
                    <a:tabLst/>
                    <a:defRPr/>
                  </a:pPr>
                  <a:r>
                    <a:rPr lang="en-US" sz="1800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Deleting the image may bring the image placeholder to the top layer, covering your text. Right-click on the placeholder and choose “Send to Back”.</a:t>
                  </a:r>
                </a:p>
              </p:txBody>
            </p:sp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1A0C7D49-CE9B-2F4E-837A-3F7610651477}"/>
                    </a:ext>
                  </a:extLst>
                </p:cNvPr>
                <p:cNvSpPr txBox="1"/>
                <p:nvPr userDrawn="1"/>
              </p:nvSpPr>
              <p:spPr>
                <a:xfrm>
                  <a:off x="12771991" y="3940775"/>
                  <a:ext cx="2156990" cy="856645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t">
                  <a:spAutoFit/>
                </a:bodyPr>
                <a:lstStyle/>
                <a:p>
                  <a:pPr marL="0" indent="0" algn="l" defTabSz="1828709" rtl="0" eaLnBrk="1" latinLnBrk="0" hangingPunct="1">
                    <a:spcBef>
                      <a:spcPts val="400"/>
                    </a:spcBef>
                    <a:buNone/>
                  </a:pPr>
                  <a:r>
                    <a:rPr lang="en-US" sz="1800" b="1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First, delete the existing image to reset the photo placeholder functionality. </a:t>
                  </a:r>
                  <a:r>
                    <a:rPr lang="en-US" sz="1800" b="0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You may need to shift the gradient aside in order to do this. </a:t>
                  </a:r>
                </a:p>
                <a:p>
                  <a:pPr marL="0" indent="0" algn="l" defTabSz="1828709" rtl="0" eaLnBrk="1" latinLnBrk="0" hangingPunct="1">
                    <a:spcBef>
                      <a:spcPts val="400"/>
                    </a:spcBef>
                    <a:buNone/>
                  </a:pPr>
                  <a:r>
                    <a:rPr lang="en-US" sz="1800" b="0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Second, use one of the methods outlined above to add a new photo. </a:t>
                  </a:r>
                </a:p>
              </p:txBody>
            </p:sp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C08F9347-1020-3542-9083-C25D17003A7D}"/>
                    </a:ext>
                  </a:extLst>
                </p:cNvPr>
                <p:cNvSpPr txBox="1"/>
                <p:nvPr userDrawn="1"/>
              </p:nvSpPr>
              <p:spPr>
                <a:xfrm>
                  <a:off x="12771990" y="5385156"/>
                  <a:ext cx="2422981" cy="138500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t">
                  <a:spAutoFit/>
                </a:bodyPr>
                <a:lstStyle/>
                <a:p>
                  <a:pPr marL="0" indent="0" algn="l" defTabSz="1828709" rtl="0" eaLnBrk="1" latinLnBrk="0" hangingPunct="1">
                    <a:spcBef>
                      <a:spcPts val="400"/>
                    </a:spcBef>
                    <a:buNone/>
                  </a:pPr>
                  <a:r>
                    <a:rPr lang="en-US" sz="1800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You can now add a new image as normal.</a:t>
                  </a:r>
                </a:p>
              </p:txBody>
            </p:sp>
          </p:grpSp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061D7E8F-96D6-0743-A4E6-BDE8FEE75931}"/>
                  </a:ext>
                </a:extLst>
              </p:cNvPr>
              <p:cNvSpPr txBox="1"/>
              <p:nvPr userDrawn="1"/>
            </p:nvSpPr>
            <p:spPr>
              <a:xfrm>
                <a:off x="12962943" y="5575485"/>
                <a:ext cx="2368960" cy="169277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/>
              <a:p>
                <a:pPr marL="0" indent="0" algn="l">
                  <a:buNone/>
                </a:pPr>
                <a:r>
                  <a:rPr lang="en-US" sz="2200">
                    <a:solidFill>
                      <a:schemeClr val="accent2"/>
                    </a:solidFill>
                    <a:latin typeface="Arial" charset="0"/>
                    <a:ea typeface="Arial" charset="0"/>
                    <a:cs typeface="Arial" charset="0"/>
                  </a:rPr>
                  <a:t>TIP: Change Image</a:t>
                </a:r>
              </a:p>
            </p:txBody>
          </p:sp>
          <p:pic>
            <p:nvPicPr>
              <p:cNvPr id="92" name="Graphic 91">
                <a:extLst>
                  <a:ext uri="{FF2B5EF4-FFF2-40B4-BE49-F238E27FC236}">
                    <a16:creationId xmlns:a16="http://schemas.microsoft.com/office/drawing/2014/main" id="{3691DA32-4A25-3244-887F-106571CC704E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2756975" y="5585768"/>
                <a:ext cx="155227" cy="155227"/>
              </a:xfrm>
              <a:prstGeom prst="rect">
                <a:avLst/>
              </a:prstGeom>
            </p:spPr>
          </p:pic>
        </p:grp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17E1B2C8-A880-484B-8DF3-47F72B6478C1}"/>
                </a:ext>
              </a:extLst>
            </p:cNvPr>
            <p:cNvGrpSpPr/>
            <p:nvPr userDrawn="1"/>
          </p:nvGrpSpPr>
          <p:grpSpPr>
            <a:xfrm>
              <a:off x="12596752" y="4895098"/>
              <a:ext cx="2735151" cy="1280928"/>
              <a:chOff x="12596752" y="4090029"/>
              <a:chExt cx="2735151" cy="1280928"/>
            </a:xfrm>
          </p:grpSpPr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481E6E9C-A854-8341-8896-14B11B0CB408}"/>
                  </a:ext>
                </a:extLst>
              </p:cNvPr>
              <p:cNvSpPr/>
              <p:nvPr userDrawn="1"/>
            </p:nvSpPr>
            <p:spPr>
              <a:xfrm>
                <a:off x="12596752" y="4090029"/>
                <a:ext cx="2735151" cy="1280928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/>
              </a:p>
            </p:txBody>
          </p: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27B30112-E1F3-1141-9397-651EDD05AB4F}"/>
                  </a:ext>
                </a:extLst>
              </p:cNvPr>
              <p:cNvSpPr txBox="1"/>
              <p:nvPr userDrawn="1"/>
            </p:nvSpPr>
            <p:spPr>
              <a:xfrm>
                <a:off x="12962943" y="4218828"/>
                <a:ext cx="2368960" cy="169277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/>
              <a:p>
                <a:pPr marL="0" indent="0" algn="l">
                  <a:buNone/>
                </a:pPr>
                <a:r>
                  <a:rPr lang="en-US" sz="2200">
                    <a:solidFill>
                      <a:schemeClr val="accent2"/>
                    </a:solidFill>
                    <a:latin typeface="Arial" charset="0"/>
                    <a:ea typeface="Arial" charset="0"/>
                    <a:cs typeface="Arial" charset="0"/>
                  </a:rPr>
                  <a:t>TIP: Crop Image</a:t>
                </a:r>
              </a:p>
            </p:txBody>
          </p:sp>
          <p:pic>
            <p:nvPicPr>
              <p:cNvPr id="87" name="Graphic 86">
                <a:extLst>
                  <a:ext uri="{FF2B5EF4-FFF2-40B4-BE49-F238E27FC236}">
                    <a16:creationId xmlns:a16="http://schemas.microsoft.com/office/drawing/2014/main" id="{E436DB41-C87B-604D-93C9-4810EC7B879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2756975" y="4229111"/>
                <a:ext cx="155227" cy="155227"/>
              </a:xfrm>
              <a:prstGeom prst="rect">
                <a:avLst/>
              </a:prstGeom>
            </p:spPr>
          </p:pic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267E7DC2-AEC6-AF45-A3F3-8D292343CC65}"/>
                  </a:ext>
                </a:extLst>
              </p:cNvPr>
              <p:cNvSpPr txBox="1"/>
              <p:nvPr userDrawn="1"/>
            </p:nvSpPr>
            <p:spPr>
              <a:xfrm>
                <a:off x="12756975" y="4483012"/>
                <a:ext cx="2384904" cy="680956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defPPr>
                  <a:defRPr lang="en-US"/>
                </a:defPPr>
                <a:lvl1pPr lvl="0">
                  <a:spcBef>
                    <a:spcPts val="1000"/>
                  </a:spcBef>
                  <a:spcAft>
                    <a:spcPts val="300"/>
                  </a:spcAft>
                  <a:defRPr sz="1050" b="0" cap="none" spc="0" baseline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defRPr>
                </a:lvl1pPr>
                <a:lvl2pPr marL="134938" lvl="1" indent="-131763">
                  <a:lnSpc>
                    <a:spcPct val="90000"/>
                  </a:lnSpc>
                  <a:spcAft>
                    <a:spcPts val="300"/>
                  </a:spcAft>
                  <a:buFont typeface="Wingdings" pitchFamily="2" charset="2"/>
                  <a:buChar char="§"/>
                  <a:tabLst/>
                  <a:defRPr sz="90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defRPr>
                </a:lvl2pPr>
                <a:lvl3pPr marL="11113" lvl="2" indent="0">
                  <a:spcBef>
                    <a:spcPts val="300"/>
                  </a:spcBef>
                  <a:buFont typeface="Wingdings" pitchFamily="2" charset="2"/>
                  <a:buNone/>
                  <a:tabLst/>
                  <a:defRPr sz="800">
                    <a:solidFill>
                      <a:schemeClr val="bg1">
                        <a:lumMod val="85000"/>
                      </a:schemeClr>
                    </a:solidFill>
                  </a:defRPr>
                </a:lvl3pPr>
              </a:lstStyle>
              <a:p>
                <a:pPr marL="6350" lvl="1" indent="0">
                  <a:buNone/>
                  <a:defRPr/>
                </a:pPr>
                <a:r>
                  <a:rPr lang="en-US" sz="18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charset="0"/>
                    <a:cs typeface="Arial" charset="0"/>
                  </a:rPr>
                  <a:t>Right-click on the image.</a:t>
                </a:r>
              </a:p>
              <a:p>
                <a:pPr marL="6350" lvl="1" indent="0">
                  <a:buNone/>
                  <a:defRPr/>
                </a:pPr>
                <a:r>
                  <a:rPr lang="en-US" sz="18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charset="0"/>
                    <a:cs typeface="Arial" charset="0"/>
                  </a:rPr>
                  <a:t>Choose “Crop” from the menu. (       )</a:t>
                </a:r>
              </a:p>
              <a:p>
                <a:pPr marL="6350" lvl="1" indent="0">
                  <a:buNone/>
                  <a:defRPr/>
                </a:pPr>
                <a:r>
                  <a:rPr lang="en-US" sz="18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charset="0"/>
                    <a:cs typeface="Arial" charset="0"/>
                  </a:rPr>
                  <a:t>Adjust the size and position of the image.</a:t>
                </a:r>
              </a:p>
              <a:p>
                <a:pPr marL="6350" lvl="1" indent="0">
                  <a:buNone/>
                  <a:defRPr/>
                </a:pPr>
                <a:r>
                  <a:rPr lang="en-US" sz="18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charset="0"/>
                    <a:cs typeface="Arial" charset="0"/>
                  </a:rPr>
                  <a:t>Press Esc or click outside the image area to exit the cropping mode.</a:t>
                </a:r>
              </a:p>
            </p:txBody>
          </p:sp>
          <p:pic>
            <p:nvPicPr>
              <p:cNvPr id="89" name="Picture 88">
                <a:extLst>
                  <a:ext uri="{FF2B5EF4-FFF2-40B4-BE49-F238E27FC236}">
                    <a16:creationId xmlns:a16="http://schemas.microsoft.com/office/drawing/2014/main" id="{4EB5A3B8-7079-2F40-BAFD-A2396423A1FD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4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14553978" y="4567445"/>
                <a:ext cx="136897" cy="213643"/>
              </a:xfrm>
              <a:prstGeom prst="rect">
                <a:avLst/>
              </a:prstGeom>
              <a:ln w="19050"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</p:pic>
        </p:grp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59857E59-EF61-994A-A389-AD6537DDC945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12577088" y="500436"/>
              <a:ext cx="114706" cy="114706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txBody>
            <a:bodyPr vert="horz" wrap="non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0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1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895D23FB-7145-A148-9DEA-BCBCB72A6803}"/>
                </a:ext>
              </a:extLst>
            </p:cNvPr>
            <p:cNvSpPr txBox="1"/>
            <p:nvPr userDrawn="1"/>
          </p:nvSpPr>
          <p:spPr>
            <a:xfrm>
              <a:off x="12776177" y="1104602"/>
              <a:ext cx="2289935" cy="838691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en-US"/>
              </a:defPPr>
              <a:lvl1pPr lvl="0">
                <a:spcBef>
                  <a:spcPts val="900"/>
                </a:spcBef>
                <a:spcAft>
                  <a:spcPts val="300"/>
                </a:spcAft>
                <a:defRPr sz="800" b="1" cap="all" spc="20" baseline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0" lvl="1" indent="0">
                <a:lnSpc>
                  <a:spcPct val="90000"/>
                </a:lnSpc>
                <a:spcAft>
                  <a:spcPts val="300"/>
                </a:spcAft>
                <a:tabLst/>
                <a:defRPr sz="12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113" lvl="2" indent="0">
                <a:spcBef>
                  <a:spcPts val="300"/>
                </a:spcBef>
                <a:buFont typeface="Wingdings" pitchFamily="2" charset="2"/>
                <a:buNone/>
                <a:tabLst/>
                <a:defRPr sz="800">
                  <a:solidFill>
                    <a:schemeClr val="bg1">
                      <a:lumMod val="85000"/>
                    </a:schemeClr>
                  </a:solidFill>
                </a:defRPr>
              </a:lvl3pPr>
            </a:lstStyle>
            <a:p>
              <a:pPr marL="0" lvl="0" indent="0">
                <a:buFont typeface="Arial" panose="020B0604020202020204" pitchFamily="34" charset="0"/>
                <a:buNone/>
              </a:pPr>
              <a:r>
                <a:rPr lang="en-US" sz="1200"/>
                <a:t>Method 2: </a:t>
              </a:r>
              <a:r>
                <a:rPr lang="en-US" sz="1200" b="0"/>
                <a:t>PLACEHOLDER ICON</a:t>
              </a:r>
            </a:p>
            <a:p>
              <a:pPr lvl="1">
                <a:buNone/>
              </a:pPr>
              <a:r>
                <a:rPr lang="en-US" sz="2100"/>
                <a:t>Click the image icon inside the placeholder to browse for an image. You may need to shift the gradient aside in order to access the placeholder icon.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B56B344F-230E-4740-9A53-CE43DAE6C421}"/>
                </a:ext>
              </a:extLst>
            </p:cNvPr>
            <p:cNvSpPr txBox="1"/>
            <p:nvPr userDrawn="1"/>
          </p:nvSpPr>
          <p:spPr>
            <a:xfrm>
              <a:off x="12776177" y="2045527"/>
              <a:ext cx="2016492" cy="415499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en-US"/>
              </a:defPPr>
              <a:lvl1pPr lvl="0">
                <a:spcBef>
                  <a:spcPts val="1600"/>
                </a:spcBef>
                <a:spcAft>
                  <a:spcPts val="300"/>
                </a:spcAft>
                <a:defRPr sz="1050" b="0" cap="none" spc="0" baseline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134938" lvl="1" indent="-131763">
                <a:lnSpc>
                  <a:spcPct val="90000"/>
                </a:lnSpc>
                <a:spcAft>
                  <a:spcPts val="300"/>
                </a:spcAft>
                <a:buFont typeface="Wingdings" pitchFamily="2" charset="2"/>
                <a:buChar char="§"/>
                <a:tabLst/>
                <a:defRPr sz="9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113" lvl="2" indent="0">
                <a:spcBef>
                  <a:spcPts val="300"/>
                </a:spcBef>
                <a:buFont typeface="Wingdings" pitchFamily="2" charset="2"/>
                <a:buNone/>
                <a:tabLst/>
                <a:defRPr sz="800">
                  <a:solidFill>
                    <a:schemeClr val="bg1">
                      <a:lumMod val="85000"/>
                    </a:schemeClr>
                  </a:solidFill>
                </a:defRPr>
              </a:lvl3pPr>
            </a:lstStyle>
            <a:p>
              <a:pPr lvl="2"/>
              <a:r>
                <a:rPr lang="en-US" sz="1800"/>
                <a:t>Note: If the photo covers your text after you drop it in, simply right click the photo and select ‘Send to Back’.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A2F0AEA9-8195-584F-9600-AE1D172C3038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12577088" y="1111659"/>
              <a:ext cx="114706" cy="114706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txBody>
            <a:bodyPr vert="horz" wrap="non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0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2</a:t>
              </a:r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9E8A3DCD-14B5-734C-91E2-79637E3D58B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143973" y="630503"/>
            <a:ext cx="5238441" cy="12438310"/>
          </a:xfrm>
          <a:prstGeom prst="rect">
            <a:avLst/>
          </a:prstGeom>
        </p:spPr>
      </p:pic>
      <p:sp>
        <p:nvSpPr>
          <p:cNvPr id="36" name="Content Placeholder 4">
            <a:extLst>
              <a:ext uri="{FF2B5EF4-FFF2-40B4-BE49-F238E27FC236}">
                <a16:creationId xmlns:a16="http://schemas.microsoft.com/office/drawing/2014/main" id="{869742CE-A9EE-044C-A2BA-81128A041B99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622620" y="304801"/>
            <a:ext cx="12311849" cy="581311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7" name="Content Placeholder 4">
            <a:extLst>
              <a:ext uri="{FF2B5EF4-FFF2-40B4-BE49-F238E27FC236}">
                <a16:creationId xmlns:a16="http://schemas.microsoft.com/office/drawing/2014/main" id="{8848A848-7E9E-154A-8D34-8AD2D6F021CB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622620" y="6504191"/>
            <a:ext cx="12311849" cy="581311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349E3D-E464-6B41-AAF7-80CE0AA5A7C2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CA"/>
              <a:t>Date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21935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ata and Key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8292821-60E2-0B4D-AA0C-C16AE0808848}"/>
              </a:ext>
            </a:extLst>
          </p:cNvPr>
          <p:cNvSpPr/>
          <p:nvPr userDrawn="1"/>
        </p:nvSpPr>
        <p:spPr>
          <a:xfrm>
            <a:off x="12721655" y="809627"/>
            <a:ext cx="11133741" cy="1152207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527017" y="304802"/>
            <a:ext cx="11567741" cy="1946276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CA" dirty="0"/>
              <a:t>Click to add slide title</a:t>
            </a:r>
            <a:endParaRPr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FF8650D1-39A1-CF44-A6B9-55E0B16459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245052" y="1272239"/>
            <a:ext cx="10114282" cy="4459702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tile tx="0" ty="0" sx="100000" sy="100000" flip="y" algn="b"/>
          </a:blipFill>
        </p:spPr>
        <p:txBody>
          <a:bodyPr bIns="46800" anchor="ctr">
            <a:noAutofit/>
          </a:bodyPr>
          <a:lstStyle>
            <a:lvl1pPr marL="0" indent="0">
              <a:buNone/>
              <a:defRPr sz="64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key takeaway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542D2C7D-D9E4-2347-8910-83CF1D5BA1AD}"/>
              </a:ext>
            </a:extLst>
          </p:cNvPr>
          <p:cNvSpPr>
            <a:spLocks noGrp="1"/>
          </p:cNvSpPr>
          <p:nvPr>
            <p:ph type="body" sz="quarter" idx="114" hasCustomPrompt="1"/>
          </p:nvPr>
        </p:nvSpPr>
        <p:spPr>
          <a:xfrm>
            <a:off x="527017" y="2752727"/>
            <a:ext cx="11510761" cy="829314"/>
          </a:xfrm>
          <a:blipFill dpi="0"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tile tx="0" ty="0" sx="100000" sy="100000" flip="xy" algn="bl"/>
          </a:blipFill>
        </p:spPr>
        <p:txBody>
          <a:bodyPr anchor="b"/>
          <a:lstStyle>
            <a:lvl1pPr marL="0" indent="0">
              <a:buNone/>
              <a:defRPr sz="36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content title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D67390C-CF8E-8A47-87DF-C62375565150}"/>
              </a:ext>
            </a:extLst>
          </p:cNvPr>
          <p:cNvCxnSpPr/>
          <p:nvPr userDrawn="1"/>
        </p:nvCxnSpPr>
        <p:spPr>
          <a:xfrm>
            <a:off x="0" y="12683688"/>
            <a:ext cx="24382413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FC5F581-628A-AD40-A607-02AC0F42F561}"/>
              </a:ext>
            </a:extLst>
          </p:cNvPr>
          <p:cNvGrpSpPr/>
          <p:nvPr userDrawn="1"/>
        </p:nvGrpSpPr>
        <p:grpSpPr>
          <a:xfrm>
            <a:off x="24920993" y="304801"/>
            <a:ext cx="6186247" cy="1619250"/>
            <a:chOff x="12461307" y="152400"/>
            <a:chExt cx="3093325" cy="809625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0358D2C-845B-B249-A1AC-590041D9F72D}"/>
                </a:ext>
              </a:extLst>
            </p:cNvPr>
            <p:cNvSpPr/>
            <p:nvPr userDrawn="1"/>
          </p:nvSpPr>
          <p:spPr>
            <a:xfrm>
              <a:off x="12461307" y="152400"/>
              <a:ext cx="3093325" cy="809625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400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E0E1F92-63AA-C54A-A918-BAA49530610A}"/>
                </a:ext>
              </a:extLst>
            </p:cNvPr>
            <p:cNvSpPr/>
            <p:nvPr userDrawn="1"/>
          </p:nvSpPr>
          <p:spPr>
            <a:xfrm>
              <a:off x="12517897" y="219592"/>
              <a:ext cx="2960228" cy="66623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24624CA-8303-064D-8469-332D0C910C00}"/>
                </a:ext>
              </a:extLst>
            </p:cNvPr>
            <p:cNvSpPr txBox="1"/>
            <p:nvPr userDrawn="1"/>
          </p:nvSpPr>
          <p:spPr>
            <a:xfrm>
              <a:off x="13123460" y="325491"/>
              <a:ext cx="2059390" cy="484748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/>
            <a:p>
              <a:pPr marL="0" indent="0" algn="l">
                <a:buNone/>
              </a:pPr>
              <a:r>
                <a:rPr lang="en-US" sz="210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rPr>
                <a:t>Access programmed text formats by using the ‘Indent More’ button to change the indent level.</a:t>
              </a:r>
            </a:p>
          </p:txBody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0C77819F-3351-5245-A24F-D67B2F2D831F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-1"/>
            <a:stretch/>
          </p:blipFill>
          <p:spPr>
            <a:xfrm>
              <a:off x="12671338" y="333949"/>
              <a:ext cx="320762" cy="350353"/>
            </a:xfrm>
            <a:prstGeom prst="roundRect">
              <a:avLst/>
            </a:prstGeom>
          </p:spPr>
        </p:pic>
      </p:grpSp>
      <p:sp>
        <p:nvSpPr>
          <p:cNvPr id="26" name="Content Placeholder 4">
            <a:extLst>
              <a:ext uri="{FF2B5EF4-FFF2-40B4-BE49-F238E27FC236}">
                <a16:creationId xmlns:a16="http://schemas.microsoft.com/office/drawing/2014/main" id="{EFFF55F2-1A60-BC45-9662-1CCB19F3F4FB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41259" y="3945602"/>
            <a:ext cx="11510759" cy="83717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Content Placeholder 4">
            <a:extLst>
              <a:ext uri="{FF2B5EF4-FFF2-40B4-BE49-F238E27FC236}">
                <a16:creationId xmlns:a16="http://schemas.microsoft.com/office/drawing/2014/main" id="{86E93ADF-FFD3-6B49-9C09-35011353A9EE}"/>
              </a:ext>
            </a:extLst>
          </p:cNvPr>
          <p:cNvSpPr>
            <a:spLocks noGrp="1"/>
          </p:cNvSpPr>
          <p:nvPr>
            <p:ph sz="quarter" idx="118"/>
          </p:nvPr>
        </p:nvSpPr>
        <p:spPr>
          <a:xfrm>
            <a:off x="13261537" y="6249603"/>
            <a:ext cx="10096815" cy="567359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8B95F35B-A7B3-CD42-9DFE-2A3BBA2FDFE0}"/>
              </a:ext>
            </a:extLst>
          </p:cNvPr>
          <p:cNvSpPr>
            <a:spLocks noGrp="1"/>
          </p:cNvSpPr>
          <p:nvPr>
            <p:ph type="dt" sz="half" idx="119"/>
          </p:nvPr>
        </p:nvSpPr>
        <p:spPr/>
        <p:txBody>
          <a:bodyPr/>
          <a:lstStyle/>
          <a:p>
            <a:r>
              <a:rPr lang="en-CA"/>
              <a:t>Date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29310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ck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527017" y="304802"/>
            <a:ext cx="23302009" cy="1946276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CA" dirty="0"/>
              <a:t>Click to add slide title</a:t>
            </a:r>
            <a:endParaRPr dirty="0"/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542D2C7D-D9E4-2347-8910-83CF1D5BA1AD}"/>
              </a:ext>
            </a:extLst>
          </p:cNvPr>
          <p:cNvSpPr>
            <a:spLocks noGrp="1"/>
          </p:cNvSpPr>
          <p:nvPr>
            <p:ph type="body" sz="quarter" idx="114" hasCustomPrompt="1"/>
          </p:nvPr>
        </p:nvSpPr>
        <p:spPr>
          <a:xfrm>
            <a:off x="527015" y="2790335"/>
            <a:ext cx="23302009" cy="791706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tile tx="0" ty="0" sx="100000" sy="100000" flip="xy" algn="bl"/>
          </a:blipFill>
        </p:spPr>
        <p:txBody>
          <a:bodyPr bIns="72000" anchor="b"/>
          <a:lstStyle>
            <a:lvl1pPr marL="0" indent="0">
              <a:buNone/>
              <a:defRPr sz="32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content title</a:t>
            </a:r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D2C8ED6C-6153-A847-8DCB-7DEDC274C0A1}"/>
              </a:ext>
            </a:extLst>
          </p:cNvPr>
          <p:cNvSpPr>
            <a:spLocks noGrp="1"/>
          </p:cNvSpPr>
          <p:nvPr>
            <p:ph type="body" sz="quarter" idx="116" hasCustomPrompt="1"/>
          </p:nvPr>
        </p:nvSpPr>
        <p:spPr>
          <a:xfrm>
            <a:off x="527015" y="7753409"/>
            <a:ext cx="23302009" cy="791706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tile tx="0" ty="0" sx="100000" sy="100000" flip="xy" algn="bl"/>
          </a:blipFill>
        </p:spPr>
        <p:txBody>
          <a:bodyPr bIns="72000" anchor="b"/>
          <a:lstStyle>
            <a:lvl1pPr marL="0" indent="0">
              <a:buNone/>
              <a:defRPr sz="32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add content title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5CAAC84-323E-7C4A-9B98-66677C8940A4}"/>
              </a:ext>
            </a:extLst>
          </p:cNvPr>
          <p:cNvCxnSpPr/>
          <p:nvPr userDrawn="1"/>
        </p:nvCxnSpPr>
        <p:spPr>
          <a:xfrm>
            <a:off x="0" y="12683688"/>
            <a:ext cx="24382413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55CFC71-B47A-A54D-AEBE-4721F45D29DC}"/>
              </a:ext>
            </a:extLst>
          </p:cNvPr>
          <p:cNvGrpSpPr/>
          <p:nvPr userDrawn="1"/>
        </p:nvGrpSpPr>
        <p:grpSpPr>
          <a:xfrm>
            <a:off x="24920993" y="304801"/>
            <a:ext cx="6186247" cy="1619250"/>
            <a:chOff x="12461307" y="152400"/>
            <a:chExt cx="3093325" cy="80962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168C2B9-ADA9-624C-A89E-B96031CDC7FB}"/>
                </a:ext>
              </a:extLst>
            </p:cNvPr>
            <p:cNvSpPr/>
            <p:nvPr userDrawn="1"/>
          </p:nvSpPr>
          <p:spPr>
            <a:xfrm>
              <a:off x="12461307" y="152400"/>
              <a:ext cx="3093325" cy="809625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400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66E480F3-3121-1048-91F3-2013B6789287}"/>
                </a:ext>
              </a:extLst>
            </p:cNvPr>
            <p:cNvSpPr/>
            <p:nvPr userDrawn="1"/>
          </p:nvSpPr>
          <p:spPr>
            <a:xfrm>
              <a:off x="12517897" y="219592"/>
              <a:ext cx="2960228" cy="66623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5B7811A-96C0-B740-8247-00986021E3C8}"/>
                </a:ext>
              </a:extLst>
            </p:cNvPr>
            <p:cNvSpPr txBox="1"/>
            <p:nvPr userDrawn="1"/>
          </p:nvSpPr>
          <p:spPr>
            <a:xfrm>
              <a:off x="13123460" y="325491"/>
              <a:ext cx="2059390" cy="484748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/>
            <a:p>
              <a:pPr marL="0" indent="0" algn="l">
                <a:buNone/>
              </a:pPr>
              <a:r>
                <a:rPr lang="en-US" sz="210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rPr>
                <a:t>Access programmed text formats by using the ‘Indent More’ button to change the indent level.</a:t>
              </a:r>
            </a:p>
          </p:txBody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26E66BBF-CD27-B944-AA22-91FA904C9CE1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-1"/>
            <a:stretch/>
          </p:blipFill>
          <p:spPr>
            <a:xfrm>
              <a:off x="12671338" y="333949"/>
              <a:ext cx="320762" cy="350353"/>
            </a:xfrm>
            <a:prstGeom prst="roundRect">
              <a:avLst/>
            </a:prstGeom>
          </p:spPr>
        </p:pic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0A13A8-5EA5-E44A-8141-08D1AFCBC1C6}"/>
              </a:ext>
            </a:extLst>
          </p:cNvPr>
          <p:cNvSpPr>
            <a:spLocks noGrp="1"/>
          </p:cNvSpPr>
          <p:nvPr>
            <p:ph type="dt" sz="half" idx="123"/>
          </p:nvPr>
        </p:nvSpPr>
        <p:spPr/>
        <p:txBody>
          <a:bodyPr/>
          <a:lstStyle/>
          <a:p>
            <a:r>
              <a:rPr lang="en-CA"/>
              <a:t>Date</a:t>
            </a:r>
            <a:endParaRPr lang="en-US"/>
          </a:p>
        </p:txBody>
      </p:sp>
      <p:sp>
        <p:nvSpPr>
          <p:cNvPr id="17" name="Content Placeholder 4">
            <a:extLst>
              <a:ext uri="{FF2B5EF4-FFF2-40B4-BE49-F238E27FC236}">
                <a16:creationId xmlns:a16="http://schemas.microsoft.com/office/drawing/2014/main" id="{F8CB8377-302B-244E-94FB-B36536DBBF83}"/>
              </a:ext>
            </a:extLst>
          </p:cNvPr>
          <p:cNvSpPr>
            <a:spLocks noGrp="1"/>
          </p:cNvSpPr>
          <p:nvPr>
            <p:ph sz="quarter" idx="121"/>
          </p:nvPr>
        </p:nvSpPr>
        <p:spPr>
          <a:xfrm>
            <a:off x="527017" y="3729602"/>
            <a:ext cx="23302009" cy="3610592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  <a:lvl2pPr>
              <a:defRPr sz="32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Content Placeholder 4">
            <a:extLst>
              <a:ext uri="{FF2B5EF4-FFF2-40B4-BE49-F238E27FC236}">
                <a16:creationId xmlns:a16="http://schemas.microsoft.com/office/drawing/2014/main" id="{97868BA9-EAE1-BE46-A782-0E3108629D3F}"/>
              </a:ext>
            </a:extLst>
          </p:cNvPr>
          <p:cNvSpPr>
            <a:spLocks noGrp="1"/>
          </p:cNvSpPr>
          <p:nvPr>
            <p:ph sz="quarter" idx="122"/>
          </p:nvPr>
        </p:nvSpPr>
        <p:spPr>
          <a:xfrm>
            <a:off x="527017" y="8721108"/>
            <a:ext cx="23302009" cy="3610592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  <a:lvl2pPr>
              <a:defRPr sz="32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4691158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E1B3A341-ED0E-854D-B998-AE4AF0E50D9C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 bwMode="auto">
          <a:xfrm>
            <a:off x="1997884" y="3039512"/>
            <a:ext cx="2383241" cy="2383396"/>
          </a:xfrm>
          <a:custGeom>
            <a:avLst/>
            <a:gdLst>
              <a:gd name="connsiteX0" fmla="*/ 576064 w 1152128"/>
              <a:gd name="connsiteY0" fmla="*/ 0 h 1152128"/>
              <a:gd name="connsiteX1" fmla="*/ 1152128 w 1152128"/>
              <a:gd name="connsiteY1" fmla="*/ 576064 h 1152128"/>
              <a:gd name="connsiteX2" fmla="*/ 576064 w 1152128"/>
              <a:gd name="connsiteY2" fmla="*/ 1152128 h 1152128"/>
              <a:gd name="connsiteX3" fmla="*/ 0 w 1152128"/>
              <a:gd name="connsiteY3" fmla="*/ 576064 h 1152128"/>
              <a:gd name="connsiteX4" fmla="*/ 576064 w 1152128"/>
              <a:gd name="connsiteY4" fmla="*/ 0 h 1152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2128" h="1152128">
                <a:moveTo>
                  <a:pt x="576064" y="0"/>
                </a:moveTo>
                <a:cubicBezTo>
                  <a:pt x="894215" y="0"/>
                  <a:pt x="1152128" y="257913"/>
                  <a:pt x="1152128" y="576064"/>
                </a:cubicBezTo>
                <a:cubicBezTo>
                  <a:pt x="1152128" y="894215"/>
                  <a:pt x="894215" y="1152128"/>
                  <a:pt x="576064" y="1152128"/>
                </a:cubicBezTo>
                <a:cubicBezTo>
                  <a:pt x="257913" y="1152128"/>
                  <a:pt x="0" y="894215"/>
                  <a:pt x="0" y="576064"/>
                </a:cubicBezTo>
                <a:cubicBezTo>
                  <a:pt x="0" y="257913"/>
                  <a:pt x="257913" y="0"/>
                  <a:pt x="576064" y="0"/>
                </a:cubicBezTo>
                <a:close/>
              </a:path>
            </a:pathLst>
          </a:cu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no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Click to add headshot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824641-2636-9C4A-B81F-8994DD698B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7016" y="304802"/>
            <a:ext cx="23302011" cy="1946276"/>
          </a:xfrm>
        </p:spPr>
        <p:txBody>
          <a:bodyPr/>
          <a:lstStyle/>
          <a:p>
            <a:r>
              <a:rPr lang="en-US" dirty="0"/>
              <a:t>Click to add slide 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8B91D0D-9F61-3B4D-9A9B-E8550E88B92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7016" y="5670335"/>
            <a:ext cx="5324977" cy="922826"/>
          </a:xfrm>
        </p:spPr>
        <p:txBody>
          <a:bodyPr l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 b="1" i="0" cap="none" spc="0"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D724B5D4-892B-344E-ADD3-5946E322FFB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7016" y="6609653"/>
            <a:ext cx="5324977" cy="1184974"/>
          </a:xfrm>
        </p:spPr>
        <p:txBody>
          <a:bodyPr l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F425C022-4754-EE42-8C22-2A6124BAE0D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7016" y="7794626"/>
            <a:ext cx="5324977" cy="4537076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tile tx="0" ty="0" sx="100000" sy="100000" flip="x" algn="tl"/>
          </a:blipFill>
        </p:spPr>
        <p:txBody>
          <a:bodyPr lIns="0" tIns="180000">
            <a:no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400" b="0" i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buNone/>
              <a:defRPr sz="3600">
                <a:solidFill>
                  <a:schemeClr val="tx1"/>
                </a:solidFill>
              </a:defRPr>
            </a:lvl2pPr>
          </a:lstStyle>
          <a:p>
            <a:pPr lvl="1"/>
            <a:r>
              <a:rPr lang="en-US" dirty="0"/>
              <a:t>Click to add bio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66151ECA-E502-F642-A248-BD3AE3ADE55F}"/>
              </a:ext>
            </a:extLst>
          </p:cNvPr>
          <p:cNvCxnSpPr/>
          <p:nvPr userDrawn="1"/>
        </p:nvCxnSpPr>
        <p:spPr>
          <a:xfrm>
            <a:off x="0" y="12683688"/>
            <a:ext cx="24382413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CA7E929C-7046-3D4E-9BEF-0AA496E0B98F}"/>
              </a:ext>
            </a:extLst>
          </p:cNvPr>
          <p:cNvGrpSpPr/>
          <p:nvPr userDrawn="1"/>
        </p:nvGrpSpPr>
        <p:grpSpPr>
          <a:xfrm>
            <a:off x="24988403" y="304801"/>
            <a:ext cx="5748046" cy="12741968"/>
            <a:chOff x="12457693" y="0"/>
            <a:chExt cx="2874210" cy="6370984"/>
          </a:xfrm>
        </p:grpSpPr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160E7864-8F6C-DB45-94B2-619632E9B58E}"/>
                </a:ext>
              </a:extLst>
            </p:cNvPr>
            <p:cNvSpPr/>
            <p:nvPr userDrawn="1"/>
          </p:nvSpPr>
          <p:spPr>
            <a:xfrm>
              <a:off x="12457693" y="0"/>
              <a:ext cx="2798651" cy="6370984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3600"/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9A8C1645-2112-B042-9B2C-3F2E8A9FC110}"/>
                </a:ext>
              </a:extLst>
            </p:cNvPr>
            <p:cNvSpPr txBox="1"/>
            <p:nvPr userDrawn="1"/>
          </p:nvSpPr>
          <p:spPr>
            <a:xfrm>
              <a:off x="12613762" y="150289"/>
              <a:ext cx="1624942" cy="169277"/>
            </a:xfrm>
            <a:prstGeom prst="rect">
              <a:avLst/>
            </a:prstGeom>
          </p:spPr>
          <p:txBody>
            <a:bodyPr vert="horz" wrap="none" lIns="0" tIns="0" rIns="0" bIns="0" rtlCol="0" anchor="t">
              <a:spAutoFit/>
            </a:bodyPr>
            <a:lstStyle>
              <a:defPPr>
                <a:defRPr lang="en-US"/>
              </a:defPPr>
              <a:lvl1pPr>
                <a:defRPr sz="110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defRPr>
              </a:lvl1pPr>
            </a:lstStyle>
            <a:p>
              <a:pPr marL="0" lvl="0" indent="0">
                <a:buNone/>
              </a:pPr>
              <a:r>
                <a:rPr lang="en-US" sz="2200">
                  <a:solidFill>
                    <a:schemeClr val="bg1"/>
                  </a:solidFill>
                </a:rPr>
                <a:t>HOW TO ADD AN IMAGE</a:t>
              </a:r>
            </a:p>
          </p:txBody>
        </p: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E6B60217-D2C9-8B46-A5A8-32207EAF429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613762" y="352906"/>
              <a:ext cx="1755381" cy="0"/>
            </a:xfrm>
            <a:prstGeom prst="line">
              <a:avLst/>
            </a:prstGeom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A11CA8CD-48BC-0748-9FD2-F803EF3B9FBD}"/>
                </a:ext>
              </a:extLst>
            </p:cNvPr>
            <p:cNvSpPr txBox="1"/>
            <p:nvPr userDrawn="1"/>
          </p:nvSpPr>
          <p:spPr>
            <a:xfrm>
              <a:off x="12776177" y="496513"/>
              <a:ext cx="2297338" cy="402418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en-US"/>
              </a:defPPr>
              <a:lvl1pPr lvl="0">
                <a:spcBef>
                  <a:spcPts val="900"/>
                </a:spcBef>
                <a:spcAft>
                  <a:spcPts val="300"/>
                </a:spcAft>
                <a:defRPr sz="800" b="1" cap="all" spc="20" baseline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0" lvl="1" indent="0">
                <a:lnSpc>
                  <a:spcPct val="90000"/>
                </a:lnSpc>
                <a:spcAft>
                  <a:spcPts val="300"/>
                </a:spcAft>
                <a:tabLst/>
                <a:defRPr sz="12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113" lvl="2" indent="0">
                <a:spcBef>
                  <a:spcPts val="300"/>
                </a:spcBef>
                <a:buFont typeface="Wingdings" pitchFamily="2" charset="2"/>
                <a:buNone/>
                <a:tabLst/>
                <a:defRPr sz="800">
                  <a:solidFill>
                    <a:schemeClr val="bg1">
                      <a:lumMod val="85000"/>
                    </a:schemeClr>
                  </a:solidFill>
                </a:defRPr>
              </a:lvl3pPr>
            </a:lstStyle>
            <a:p>
              <a:pPr marL="0" lvl="0" indent="0">
                <a:buFont typeface="Arial" panose="020B0604020202020204" pitchFamily="34" charset="0"/>
                <a:buNone/>
              </a:pPr>
              <a:r>
                <a:rPr lang="en-US" sz="1200" b="1"/>
                <a:t>Method 1: </a:t>
              </a:r>
              <a:r>
                <a:rPr lang="en-US" sz="1200" b="0"/>
                <a:t>DRAG &amp; DROP</a:t>
              </a:r>
            </a:p>
            <a:p>
              <a:pPr lvl="1">
                <a:buNone/>
              </a:pPr>
              <a:r>
                <a:rPr lang="en-US" sz="2100"/>
                <a:t>On an empty master layout, drag and drop an image onto the slide.</a:t>
              </a:r>
            </a:p>
          </p:txBody>
        </p:sp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9554A704-6674-BB43-AB20-2E181F9B57EB}"/>
                </a:ext>
              </a:extLst>
            </p:cNvPr>
            <p:cNvGrpSpPr/>
            <p:nvPr userDrawn="1"/>
          </p:nvGrpSpPr>
          <p:grpSpPr>
            <a:xfrm>
              <a:off x="12596752" y="2653788"/>
              <a:ext cx="2735151" cy="2087177"/>
              <a:chOff x="12596752" y="5446684"/>
              <a:chExt cx="2735151" cy="2087177"/>
            </a:xfrm>
          </p:grpSpPr>
          <p:grpSp>
            <p:nvGrpSpPr>
              <p:cNvPr id="117" name="Group 116">
                <a:extLst>
                  <a:ext uri="{FF2B5EF4-FFF2-40B4-BE49-F238E27FC236}">
                    <a16:creationId xmlns:a16="http://schemas.microsoft.com/office/drawing/2014/main" id="{012C7B92-F2AA-9F45-A792-FFDCCA4C1309}"/>
                  </a:ext>
                </a:extLst>
              </p:cNvPr>
              <p:cNvGrpSpPr/>
              <p:nvPr userDrawn="1"/>
            </p:nvGrpSpPr>
            <p:grpSpPr>
              <a:xfrm>
                <a:off x="12596752" y="5446684"/>
                <a:ext cx="2735151" cy="2087177"/>
                <a:chOff x="12596752" y="3550835"/>
                <a:chExt cx="2735151" cy="2087177"/>
              </a:xfrm>
            </p:grpSpPr>
            <p:sp>
              <p:nvSpPr>
                <p:cNvPr id="120" name="Rectangle 119">
                  <a:extLst>
                    <a:ext uri="{FF2B5EF4-FFF2-40B4-BE49-F238E27FC236}">
                      <a16:creationId xmlns:a16="http://schemas.microsoft.com/office/drawing/2014/main" id="{E5544EB0-5E10-254D-8AE0-A8CCC9620441}"/>
                    </a:ext>
                  </a:extLst>
                </p:cNvPr>
                <p:cNvSpPr/>
                <p:nvPr userDrawn="1"/>
              </p:nvSpPr>
              <p:spPr>
                <a:xfrm>
                  <a:off x="12596752" y="3550835"/>
                  <a:ext cx="2735151" cy="2087177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3600"/>
                </a:p>
              </p:txBody>
            </p:sp>
            <p:sp>
              <p:nvSpPr>
                <p:cNvPr id="121" name="TextBox 120">
                  <a:extLst>
                    <a:ext uri="{FF2B5EF4-FFF2-40B4-BE49-F238E27FC236}">
                      <a16:creationId xmlns:a16="http://schemas.microsoft.com/office/drawing/2014/main" id="{A59A1BCF-4BC0-BF46-B962-07D8C33C7F41}"/>
                    </a:ext>
                  </a:extLst>
                </p:cNvPr>
                <p:cNvSpPr txBox="1"/>
                <p:nvPr userDrawn="1"/>
              </p:nvSpPr>
              <p:spPr>
                <a:xfrm>
                  <a:off x="12771990" y="4875845"/>
                  <a:ext cx="2422981" cy="498598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t">
                  <a:spAutoFit/>
                </a:bodyPr>
                <a:lstStyle/>
                <a:p>
                  <a:pPr marL="6350" lvl="1" indent="0" algn="l" defTabSz="1828709" rtl="0" eaLnBrk="1" latinLnBrk="0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None/>
                    <a:tabLst/>
                    <a:defRPr/>
                  </a:pPr>
                  <a:r>
                    <a:rPr lang="en-US" sz="1800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Deleting the image may bring the image placeholder to the top layer, covering your text. Right-click on the placeholder and choose “Send to Back”.</a:t>
                  </a:r>
                </a:p>
              </p:txBody>
            </p:sp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1D902BA3-9FC1-474F-9879-75FCD0149012}"/>
                    </a:ext>
                  </a:extLst>
                </p:cNvPr>
                <p:cNvSpPr txBox="1"/>
                <p:nvPr userDrawn="1"/>
              </p:nvSpPr>
              <p:spPr>
                <a:xfrm>
                  <a:off x="12771991" y="3940775"/>
                  <a:ext cx="2156990" cy="856645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t">
                  <a:spAutoFit/>
                </a:bodyPr>
                <a:lstStyle/>
                <a:p>
                  <a:pPr marL="0" indent="0" algn="l" defTabSz="1828709" rtl="0" eaLnBrk="1" latinLnBrk="0" hangingPunct="1">
                    <a:spcBef>
                      <a:spcPts val="400"/>
                    </a:spcBef>
                    <a:buNone/>
                  </a:pPr>
                  <a:r>
                    <a:rPr lang="en-US" sz="1800" b="1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First, delete the existing image to reset the photo placeholder functionality. </a:t>
                  </a:r>
                  <a:r>
                    <a:rPr lang="en-US" sz="1800" b="0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You may need to shift the gradient aside in order to do this. </a:t>
                  </a:r>
                </a:p>
                <a:p>
                  <a:pPr marL="0" indent="0" algn="l" defTabSz="1828709" rtl="0" eaLnBrk="1" latinLnBrk="0" hangingPunct="1">
                    <a:spcBef>
                      <a:spcPts val="400"/>
                    </a:spcBef>
                    <a:buNone/>
                  </a:pPr>
                  <a:r>
                    <a:rPr lang="en-US" sz="1800" b="0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Second, use one of the methods outlined above to add a new photo. </a:t>
                  </a:r>
                </a:p>
              </p:txBody>
            </p:sp>
            <p:sp>
              <p:nvSpPr>
                <p:cNvPr id="123" name="TextBox 122">
                  <a:extLst>
                    <a:ext uri="{FF2B5EF4-FFF2-40B4-BE49-F238E27FC236}">
                      <a16:creationId xmlns:a16="http://schemas.microsoft.com/office/drawing/2014/main" id="{F439F8BA-92D5-EC44-A78A-81B6BE9DDB8F}"/>
                    </a:ext>
                  </a:extLst>
                </p:cNvPr>
                <p:cNvSpPr txBox="1"/>
                <p:nvPr userDrawn="1"/>
              </p:nvSpPr>
              <p:spPr>
                <a:xfrm>
                  <a:off x="12771990" y="5385156"/>
                  <a:ext cx="2422981" cy="138500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t">
                  <a:spAutoFit/>
                </a:bodyPr>
                <a:lstStyle/>
                <a:p>
                  <a:pPr marL="0" indent="0" algn="l" defTabSz="1828709" rtl="0" eaLnBrk="1" latinLnBrk="0" hangingPunct="1">
                    <a:spcBef>
                      <a:spcPts val="400"/>
                    </a:spcBef>
                    <a:buNone/>
                  </a:pPr>
                  <a:r>
                    <a:rPr lang="en-US" sz="1800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You can now add a new image as normal.</a:t>
                  </a:r>
                </a:p>
              </p:txBody>
            </p:sp>
          </p:grpSp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E4565E4E-F965-CF47-9AF3-10262D7C7F69}"/>
                  </a:ext>
                </a:extLst>
              </p:cNvPr>
              <p:cNvSpPr txBox="1"/>
              <p:nvPr userDrawn="1"/>
            </p:nvSpPr>
            <p:spPr>
              <a:xfrm>
                <a:off x="12962943" y="5575485"/>
                <a:ext cx="2368960" cy="169277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/>
              <a:p>
                <a:pPr marL="0" indent="0" algn="l">
                  <a:buNone/>
                </a:pPr>
                <a:r>
                  <a:rPr lang="en-US" sz="2200">
                    <a:solidFill>
                      <a:schemeClr val="accent2"/>
                    </a:solidFill>
                    <a:latin typeface="Arial" charset="0"/>
                    <a:ea typeface="Arial" charset="0"/>
                    <a:cs typeface="Arial" charset="0"/>
                  </a:rPr>
                  <a:t>TIP: Change Image</a:t>
                </a:r>
              </a:p>
            </p:txBody>
          </p:sp>
          <p:pic>
            <p:nvPicPr>
              <p:cNvPr id="119" name="Graphic 118">
                <a:extLst>
                  <a:ext uri="{FF2B5EF4-FFF2-40B4-BE49-F238E27FC236}">
                    <a16:creationId xmlns:a16="http://schemas.microsoft.com/office/drawing/2014/main" id="{AEBD7B6F-3DEE-AD40-9AAF-99977C4B954E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2756975" y="5585768"/>
                <a:ext cx="155227" cy="155227"/>
              </a:xfrm>
              <a:prstGeom prst="rect">
                <a:avLst/>
              </a:prstGeom>
            </p:spPr>
          </p:pic>
        </p:grpSp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7B425B32-FE70-644F-8797-8EF8F357BCC5}"/>
                </a:ext>
              </a:extLst>
            </p:cNvPr>
            <p:cNvGrpSpPr/>
            <p:nvPr userDrawn="1"/>
          </p:nvGrpSpPr>
          <p:grpSpPr>
            <a:xfrm>
              <a:off x="12596752" y="4895098"/>
              <a:ext cx="2735151" cy="1280928"/>
              <a:chOff x="12596752" y="4090029"/>
              <a:chExt cx="2735151" cy="1280928"/>
            </a:xfrm>
          </p:grpSpPr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A922FA7E-E032-194E-B97D-AB34EC836BD2}"/>
                  </a:ext>
                </a:extLst>
              </p:cNvPr>
              <p:cNvSpPr/>
              <p:nvPr userDrawn="1"/>
            </p:nvSpPr>
            <p:spPr>
              <a:xfrm>
                <a:off x="12596752" y="4090029"/>
                <a:ext cx="2735151" cy="1280928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/>
              </a:p>
            </p:txBody>
          </p:sp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01D6CFBD-0AE8-F241-A5C2-FD0822528B50}"/>
                  </a:ext>
                </a:extLst>
              </p:cNvPr>
              <p:cNvSpPr txBox="1"/>
              <p:nvPr userDrawn="1"/>
            </p:nvSpPr>
            <p:spPr>
              <a:xfrm>
                <a:off x="12962943" y="4218828"/>
                <a:ext cx="2368960" cy="169277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/>
              <a:p>
                <a:pPr marL="0" indent="0" algn="l">
                  <a:buNone/>
                </a:pPr>
                <a:r>
                  <a:rPr lang="en-US" sz="2200">
                    <a:solidFill>
                      <a:schemeClr val="accent2"/>
                    </a:solidFill>
                    <a:latin typeface="Arial" charset="0"/>
                    <a:ea typeface="Arial" charset="0"/>
                    <a:cs typeface="Arial" charset="0"/>
                  </a:rPr>
                  <a:t>TIP: Crop Image</a:t>
                </a:r>
              </a:p>
            </p:txBody>
          </p:sp>
          <p:pic>
            <p:nvPicPr>
              <p:cNvPr id="114" name="Graphic 113">
                <a:extLst>
                  <a:ext uri="{FF2B5EF4-FFF2-40B4-BE49-F238E27FC236}">
                    <a16:creationId xmlns:a16="http://schemas.microsoft.com/office/drawing/2014/main" id="{6FA7765A-139C-694A-A927-345F327F8853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2756975" y="4229111"/>
                <a:ext cx="155227" cy="155227"/>
              </a:xfrm>
              <a:prstGeom prst="rect">
                <a:avLst/>
              </a:prstGeom>
            </p:spPr>
          </p:pic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F6648D52-7111-184F-AF49-A989AA7F5ECE}"/>
                  </a:ext>
                </a:extLst>
              </p:cNvPr>
              <p:cNvSpPr txBox="1"/>
              <p:nvPr userDrawn="1"/>
            </p:nvSpPr>
            <p:spPr>
              <a:xfrm>
                <a:off x="12756975" y="4483012"/>
                <a:ext cx="2384904" cy="680956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defPPr>
                  <a:defRPr lang="en-US"/>
                </a:defPPr>
                <a:lvl1pPr lvl="0">
                  <a:spcBef>
                    <a:spcPts val="1000"/>
                  </a:spcBef>
                  <a:spcAft>
                    <a:spcPts val="300"/>
                  </a:spcAft>
                  <a:defRPr sz="1050" b="0" cap="none" spc="0" baseline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defRPr>
                </a:lvl1pPr>
                <a:lvl2pPr marL="134938" lvl="1" indent="-131763">
                  <a:lnSpc>
                    <a:spcPct val="90000"/>
                  </a:lnSpc>
                  <a:spcAft>
                    <a:spcPts val="300"/>
                  </a:spcAft>
                  <a:buFont typeface="Wingdings" pitchFamily="2" charset="2"/>
                  <a:buChar char="§"/>
                  <a:tabLst/>
                  <a:defRPr sz="90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defRPr>
                </a:lvl2pPr>
                <a:lvl3pPr marL="11113" lvl="2" indent="0">
                  <a:spcBef>
                    <a:spcPts val="300"/>
                  </a:spcBef>
                  <a:buFont typeface="Wingdings" pitchFamily="2" charset="2"/>
                  <a:buNone/>
                  <a:tabLst/>
                  <a:defRPr sz="800">
                    <a:solidFill>
                      <a:schemeClr val="bg1">
                        <a:lumMod val="85000"/>
                      </a:schemeClr>
                    </a:solidFill>
                  </a:defRPr>
                </a:lvl3pPr>
              </a:lstStyle>
              <a:p>
                <a:pPr marL="6350" lvl="1" indent="0">
                  <a:buNone/>
                  <a:defRPr/>
                </a:pPr>
                <a:r>
                  <a:rPr lang="en-US" sz="18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charset="0"/>
                    <a:cs typeface="Arial" charset="0"/>
                  </a:rPr>
                  <a:t>Right-click on the image.</a:t>
                </a:r>
              </a:p>
              <a:p>
                <a:pPr marL="6350" lvl="1" indent="0">
                  <a:buNone/>
                  <a:defRPr/>
                </a:pPr>
                <a:r>
                  <a:rPr lang="en-US" sz="18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charset="0"/>
                    <a:cs typeface="Arial" charset="0"/>
                  </a:rPr>
                  <a:t>Choose “Crop” from the menu. (       )</a:t>
                </a:r>
              </a:p>
              <a:p>
                <a:pPr marL="6350" lvl="1" indent="0">
                  <a:buNone/>
                  <a:defRPr/>
                </a:pPr>
                <a:r>
                  <a:rPr lang="en-US" sz="18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charset="0"/>
                    <a:cs typeface="Arial" charset="0"/>
                  </a:rPr>
                  <a:t>Adjust the size and position of the image.</a:t>
                </a:r>
              </a:p>
              <a:p>
                <a:pPr marL="6350" lvl="1" indent="0">
                  <a:buNone/>
                  <a:defRPr/>
                </a:pPr>
                <a:r>
                  <a:rPr lang="en-US" sz="18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charset="0"/>
                    <a:cs typeface="Arial" charset="0"/>
                  </a:rPr>
                  <a:t>Press Esc or click outside the image area to exit the cropping mode.</a:t>
                </a:r>
              </a:p>
            </p:txBody>
          </p:sp>
          <p:pic>
            <p:nvPicPr>
              <p:cNvPr id="116" name="Picture 115">
                <a:extLst>
                  <a:ext uri="{FF2B5EF4-FFF2-40B4-BE49-F238E27FC236}">
                    <a16:creationId xmlns:a16="http://schemas.microsoft.com/office/drawing/2014/main" id="{7460780B-D27D-864E-8E82-10F5FA32FB99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5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14553978" y="4567445"/>
                <a:ext cx="136897" cy="213643"/>
              </a:xfrm>
              <a:prstGeom prst="rect">
                <a:avLst/>
              </a:prstGeom>
              <a:ln w="19050"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</p:pic>
        </p:grp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8D01E91B-AF16-5B46-B5E5-6B5B54E6D313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12577088" y="500436"/>
              <a:ext cx="114706" cy="114706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txBody>
            <a:bodyPr vert="horz" wrap="non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0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1</a:t>
              </a: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2F75532A-74FC-FB4A-A0CF-AAF908803095}"/>
                </a:ext>
              </a:extLst>
            </p:cNvPr>
            <p:cNvSpPr txBox="1"/>
            <p:nvPr userDrawn="1"/>
          </p:nvSpPr>
          <p:spPr>
            <a:xfrm>
              <a:off x="12776177" y="1104602"/>
              <a:ext cx="2289935" cy="838691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en-US"/>
              </a:defPPr>
              <a:lvl1pPr lvl="0">
                <a:spcBef>
                  <a:spcPts val="900"/>
                </a:spcBef>
                <a:spcAft>
                  <a:spcPts val="300"/>
                </a:spcAft>
                <a:defRPr sz="800" b="1" cap="all" spc="20" baseline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0" lvl="1" indent="0">
                <a:lnSpc>
                  <a:spcPct val="90000"/>
                </a:lnSpc>
                <a:spcAft>
                  <a:spcPts val="300"/>
                </a:spcAft>
                <a:tabLst/>
                <a:defRPr sz="12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113" lvl="2" indent="0">
                <a:spcBef>
                  <a:spcPts val="300"/>
                </a:spcBef>
                <a:buFont typeface="Wingdings" pitchFamily="2" charset="2"/>
                <a:buNone/>
                <a:tabLst/>
                <a:defRPr sz="800">
                  <a:solidFill>
                    <a:schemeClr val="bg1">
                      <a:lumMod val="85000"/>
                    </a:schemeClr>
                  </a:solidFill>
                </a:defRPr>
              </a:lvl3pPr>
            </a:lstStyle>
            <a:p>
              <a:pPr marL="0" lvl="0" indent="0">
                <a:buFont typeface="Arial" panose="020B0604020202020204" pitchFamily="34" charset="0"/>
                <a:buNone/>
              </a:pPr>
              <a:r>
                <a:rPr lang="en-US" sz="1200"/>
                <a:t>Method 2: </a:t>
              </a:r>
              <a:r>
                <a:rPr lang="en-US" sz="1200" b="0"/>
                <a:t>PLACEHOLDER ICON</a:t>
              </a:r>
            </a:p>
            <a:p>
              <a:pPr lvl="1">
                <a:buNone/>
              </a:pPr>
              <a:r>
                <a:rPr lang="en-US" sz="2100"/>
                <a:t>Click the image icon inside the placeholder to browse for an image. You may need to shift the gradient aside in order to access the placeholder icon.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7267567B-78A9-4042-8787-54CFCA56E5C0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12577088" y="1111659"/>
              <a:ext cx="114706" cy="114706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txBody>
            <a:bodyPr vert="horz" wrap="non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0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2</a:t>
              </a: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6ECDD292-0A41-9347-A63B-366424DB3358}"/>
                </a:ext>
              </a:extLst>
            </p:cNvPr>
            <p:cNvSpPr txBox="1"/>
            <p:nvPr userDrawn="1"/>
          </p:nvSpPr>
          <p:spPr>
            <a:xfrm>
              <a:off x="12776178" y="2120415"/>
              <a:ext cx="1947530" cy="323166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en-US"/>
              </a:defPPr>
              <a:lvl1pPr lvl="0">
                <a:spcBef>
                  <a:spcPts val="900"/>
                </a:spcBef>
                <a:spcAft>
                  <a:spcPts val="300"/>
                </a:spcAft>
                <a:defRPr sz="800" b="1" cap="all" spc="20" baseline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0" lvl="1" indent="0">
                <a:lnSpc>
                  <a:spcPct val="90000"/>
                </a:lnSpc>
                <a:spcAft>
                  <a:spcPts val="300"/>
                </a:spcAft>
                <a:tabLst/>
                <a:defRPr sz="12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113" lvl="2" indent="0">
                <a:spcBef>
                  <a:spcPts val="300"/>
                </a:spcBef>
                <a:buFont typeface="Wingdings" pitchFamily="2" charset="2"/>
                <a:buNone/>
                <a:tabLst/>
                <a:defRPr sz="800">
                  <a:solidFill>
                    <a:schemeClr val="bg1">
                      <a:lumMod val="85000"/>
                    </a:schemeClr>
                  </a:solidFill>
                </a:defRPr>
              </a:lvl3pPr>
            </a:lstStyle>
            <a:p>
              <a:pPr marL="0" lvl="0" indent="0">
                <a:buFont typeface="Arial" panose="020B0604020202020204" pitchFamily="34" charset="0"/>
                <a:buNone/>
              </a:pPr>
              <a:r>
                <a:rPr lang="en-US" sz="2100"/>
                <a:t>Images will fill in from left to right. </a:t>
              </a:r>
            </a:p>
          </p:txBody>
        </p:sp>
      </p:grp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981F64-BA3C-3144-BCAE-2ED89B12E4AD}"/>
              </a:ext>
            </a:extLst>
          </p:cNvPr>
          <p:cNvSpPr>
            <a:spLocks noGrp="1"/>
          </p:cNvSpPr>
          <p:nvPr>
            <p:ph type="dt" sz="half" idx="35"/>
          </p:nvPr>
        </p:nvSpPr>
        <p:spPr/>
        <p:txBody>
          <a:bodyPr/>
          <a:lstStyle/>
          <a:p>
            <a:r>
              <a:rPr lang="en-CA"/>
              <a:t>Date</a:t>
            </a:r>
            <a:endParaRPr lang="en-US"/>
          </a:p>
        </p:txBody>
      </p:sp>
      <p:sp>
        <p:nvSpPr>
          <p:cNvPr id="52" name="Picture Placeholder 35">
            <a:extLst>
              <a:ext uri="{FF2B5EF4-FFF2-40B4-BE49-F238E27FC236}">
                <a16:creationId xmlns:a16="http://schemas.microsoft.com/office/drawing/2014/main" id="{4B0B3411-E35B-9647-A09B-711F029FC35E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 bwMode="auto">
          <a:xfrm>
            <a:off x="8044722" y="3039512"/>
            <a:ext cx="2383241" cy="2383396"/>
          </a:xfrm>
          <a:custGeom>
            <a:avLst/>
            <a:gdLst>
              <a:gd name="connsiteX0" fmla="*/ 576064 w 1152128"/>
              <a:gd name="connsiteY0" fmla="*/ 0 h 1152128"/>
              <a:gd name="connsiteX1" fmla="*/ 1152128 w 1152128"/>
              <a:gd name="connsiteY1" fmla="*/ 576064 h 1152128"/>
              <a:gd name="connsiteX2" fmla="*/ 576064 w 1152128"/>
              <a:gd name="connsiteY2" fmla="*/ 1152128 h 1152128"/>
              <a:gd name="connsiteX3" fmla="*/ 0 w 1152128"/>
              <a:gd name="connsiteY3" fmla="*/ 576064 h 1152128"/>
              <a:gd name="connsiteX4" fmla="*/ 576064 w 1152128"/>
              <a:gd name="connsiteY4" fmla="*/ 0 h 1152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2128" h="1152128">
                <a:moveTo>
                  <a:pt x="576064" y="0"/>
                </a:moveTo>
                <a:cubicBezTo>
                  <a:pt x="894215" y="0"/>
                  <a:pt x="1152128" y="257913"/>
                  <a:pt x="1152128" y="576064"/>
                </a:cubicBezTo>
                <a:cubicBezTo>
                  <a:pt x="1152128" y="894215"/>
                  <a:pt x="894215" y="1152128"/>
                  <a:pt x="576064" y="1152128"/>
                </a:cubicBezTo>
                <a:cubicBezTo>
                  <a:pt x="257913" y="1152128"/>
                  <a:pt x="0" y="894215"/>
                  <a:pt x="0" y="576064"/>
                </a:cubicBezTo>
                <a:cubicBezTo>
                  <a:pt x="0" y="257913"/>
                  <a:pt x="257913" y="0"/>
                  <a:pt x="576064" y="0"/>
                </a:cubicBezTo>
                <a:close/>
              </a:path>
            </a:pathLst>
          </a:cu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no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Click to add headshot</a:t>
            </a:r>
          </a:p>
        </p:txBody>
      </p:sp>
      <p:sp>
        <p:nvSpPr>
          <p:cNvPr id="53" name="Text Placeholder 9">
            <a:extLst>
              <a:ext uri="{FF2B5EF4-FFF2-40B4-BE49-F238E27FC236}">
                <a16:creationId xmlns:a16="http://schemas.microsoft.com/office/drawing/2014/main" id="{AA80F8C2-4050-A045-AD94-75AD73F6EB0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573854" y="5670335"/>
            <a:ext cx="5324977" cy="922826"/>
          </a:xfrm>
        </p:spPr>
        <p:txBody>
          <a:bodyPr l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 b="1" i="0" cap="none" spc="0"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54" name="Text Placeholder 9">
            <a:extLst>
              <a:ext uri="{FF2B5EF4-FFF2-40B4-BE49-F238E27FC236}">
                <a16:creationId xmlns:a16="http://schemas.microsoft.com/office/drawing/2014/main" id="{6273F053-3DCA-A043-9247-ECABDCA39FE0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573854" y="6609653"/>
            <a:ext cx="5324977" cy="1184974"/>
          </a:xfrm>
        </p:spPr>
        <p:txBody>
          <a:bodyPr l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55" name="Text Placeholder 9">
            <a:extLst>
              <a:ext uri="{FF2B5EF4-FFF2-40B4-BE49-F238E27FC236}">
                <a16:creationId xmlns:a16="http://schemas.microsoft.com/office/drawing/2014/main" id="{CD4EC102-A65D-9E4C-A5BB-85175C8C12C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573854" y="7794626"/>
            <a:ext cx="5324977" cy="4537076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tile tx="0" ty="0" sx="100000" sy="100000" flip="x" algn="tl"/>
          </a:blipFill>
        </p:spPr>
        <p:txBody>
          <a:bodyPr lIns="0" tIns="180000">
            <a:no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400" b="0" i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buNone/>
              <a:defRPr sz="3600">
                <a:solidFill>
                  <a:schemeClr val="tx1"/>
                </a:solidFill>
              </a:defRPr>
            </a:lvl2pPr>
          </a:lstStyle>
          <a:p>
            <a:pPr lvl="1"/>
            <a:r>
              <a:rPr lang="en-US" dirty="0"/>
              <a:t>Click to add bio</a:t>
            </a:r>
          </a:p>
        </p:txBody>
      </p:sp>
      <p:sp>
        <p:nvSpPr>
          <p:cNvPr id="56" name="Picture Placeholder 35">
            <a:extLst>
              <a:ext uri="{FF2B5EF4-FFF2-40B4-BE49-F238E27FC236}">
                <a16:creationId xmlns:a16="http://schemas.microsoft.com/office/drawing/2014/main" id="{8BEC7FBF-6709-EB48-80A3-EB7EB20E5849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 bwMode="auto">
          <a:xfrm>
            <a:off x="14042796" y="3039512"/>
            <a:ext cx="2383241" cy="2383396"/>
          </a:xfrm>
          <a:custGeom>
            <a:avLst/>
            <a:gdLst>
              <a:gd name="connsiteX0" fmla="*/ 576064 w 1152128"/>
              <a:gd name="connsiteY0" fmla="*/ 0 h 1152128"/>
              <a:gd name="connsiteX1" fmla="*/ 1152128 w 1152128"/>
              <a:gd name="connsiteY1" fmla="*/ 576064 h 1152128"/>
              <a:gd name="connsiteX2" fmla="*/ 576064 w 1152128"/>
              <a:gd name="connsiteY2" fmla="*/ 1152128 h 1152128"/>
              <a:gd name="connsiteX3" fmla="*/ 0 w 1152128"/>
              <a:gd name="connsiteY3" fmla="*/ 576064 h 1152128"/>
              <a:gd name="connsiteX4" fmla="*/ 576064 w 1152128"/>
              <a:gd name="connsiteY4" fmla="*/ 0 h 1152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2128" h="1152128">
                <a:moveTo>
                  <a:pt x="576064" y="0"/>
                </a:moveTo>
                <a:cubicBezTo>
                  <a:pt x="894215" y="0"/>
                  <a:pt x="1152128" y="257913"/>
                  <a:pt x="1152128" y="576064"/>
                </a:cubicBezTo>
                <a:cubicBezTo>
                  <a:pt x="1152128" y="894215"/>
                  <a:pt x="894215" y="1152128"/>
                  <a:pt x="576064" y="1152128"/>
                </a:cubicBezTo>
                <a:cubicBezTo>
                  <a:pt x="257913" y="1152128"/>
                  <a:pt x="0" y="894215"/>
                  <a:pt x="0" y="576064"/>
                </a:cubicBezTo>
                <a:cubicBezTo>
                  <a:pt x="0" y="257913"/>
                  <a:pt x="257913" y="0"/>
                  <a:pt x="576064" y="0"/>
                </a:cubicBezTo>
                <a:close/>
              </a:path>
            </a:pathLst>
          </a:cu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no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Click to add headshot</a:t>
            </a:r>
          </a:p>
        </p:txBody>
      </p:sp>
      <p:sp>
        <p:nvSpPr>
          <p:cNvPr id="57" name="Text Placeholder 9">
            <a:extLst>
              <a:ext uri="{FF2B5EF4-FFF2-40B4-BE49-F238E27FC236}">
                <a16:creationId xmlns:a16="http://schemas.microsoft.com/office/drawing/2014/main" id="{A8A8F3F9-4899-1146-B73A-B5BB6961B2E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2571928" y="5670335"/>
            <a:ext cx="5324977" cy="922826"/>
          </a:xfrm>
        </p:spPr>
        <p:txBody>
          <a:bodyPr l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 b="1" i="0" cap="none" spc="0"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58" name="Text Placeholder 9">
            <a:extLst>
              <a:ext uri="{FF2B5EF4-FFF2-40B4-BE49-F238E27FC236}">
                <a16:creationId xmlns:a16="http://schemas.microsoft.com/office/drawing/2014/main" id="{92995636-5046-7345-92E7-A945A3630071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2571928" y="6609653"/>
            <a:ext cx="5324977" cy="1184974"/>
          </a:xfrm>
        </p:spPr>
        <p:txBody>
          <a:bodyPr l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59" name="Text Placeholder 9">
            <a:extLst>
              <a:ext uri="{FF2B5EF4-FFF2-40B4-BE49-F238E27FC236}">
                <a16:creationId xmlns:a16="http://schemas.microsoft.com/office/drawing/2014/main" id="{C180E255-7138-284A-BDF9-C028FF950A89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2571928" y="7794626"/>
            <a:ext cx="5324977" cy="4537076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tile tx="0" ty="0" sx="100000" sy="100000" flip="x" algn="tl"/>
          </a:blipFill>
        </p:spPr>
        <p:txBody>
          <a:bodyPr lIns="0" tIns="180000">
            <a:no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400" b="0" i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buNone/>
              <a:defRPr sz="3600">
                <a:solidFill>
                  <a:schemeClr val="tx1"/>
                </a:solidFill>
              </a:defRPr>
            </a:lvl2pPr>
          </a:lstStyle>
          <a:p>
            <a:pPr lvl="1"/>
            <a:r>
              <a:rPr lang="en-US" dirty="0"/>
              <a:t>Click to add bio</a:t>
            </a:r>
          </a:p>
        </p:txBody>
      </p:sp>
      <p:sp>
        <p:nvSpPr>
          <p:cNvPr id="60" name="Picture Placeholder 35">
            <a:extLst>
              <a:ext uri="{FF2B5EF4-FFF2-40B4-BE49-F238E27FC236}">
                <a16:creationId xmlns:a16="http://schemas.microsoft.com/office/drawing/2014/main" id="{2EA761DA-83F1-924F-B29B-E54668336CC8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 bwMode="auto">
          <a:xfrm>
            <a:off x="19992105" y="3039512"/>
            <a:ext cx="2383241" cy="2383396"/>
          </a:xfrm>
          <a:custGeom>
            <a:avLst/>
            <a:gdLst>
              <a:gd name="connsiteX0" fmla="*/ 576064 w 1152128"/>
              <a:gd name="connsiteY0" fmla="*/ 0 h 1152128"/>
              <a:gd name="connsiteX1" fmla="*/ 1152128 w 1152128"/>
              <a:gd name="connsiteY1" fmla="*/ 576064 h 1152128"/>
              <a:gd name="connsiteX2" fmla="*/ 576064 w 1152128"/>
              <a:gd name="connsiteY2" fmla="*/ 1152128 h 1152128"/>
              <a:gd name="connsiteX3" fmla="*/ 0 w 1152128"/>
              <a:gd name="connsiteY3" fmla="*/ 576064 h 1152128"/>
              <a:gd name="connsiteX4" fmla="*/ 576064 w 1152128"/>
              <a:gd name="connsiteY4" fmla="*/ 0 h 1152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2128" h="1152128">
                <a:moveTo>
                  <a:pt x="576064" y="0"/>
                </a:moveTo>
                <a:cubicBezTo>
                  <a:pt x="894215" y="0"/>
                  <a:pt x="1152128" y="257913"/>
                  <a:pt x="1152128" y="576064"/>
                </a:cubicBezTo>
                <a:cubicBezTo>
                  <a:pt x="1152128" y="894215"/>
                  <a:pt x="894215" y="1152128"/>
                  <a:pt x="576064" y="1152128"/>
                </a:cubicBezTo>
                <a:cubicBezTo>
                  <a:pt x="257913" y="1152128"/>
                  <a:pt x="0" y="894215"/>
                  <a:pt x="0" y="576064"/>
                </a:cubicBezTo>
                <a:cubicBezTo>
                  <a:pt x="0" y="257913"/>
                  <a:pt x="257913" y="0"/>
                  <a:pt x="576064" y="0"/>
                </a:cubicBezTo>
                <a:close/>
              </a:path>
            </a:pathLst>
          </a:cu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no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Click to add headshot</a:t>
            </a:r>
          </a:p>
        </p:txBody>
      </p:sp>
      <p:sp>
        <p:nvSpPr>
          <p:cNvPr id="61" name="Text Placeholder 9">
            <a:extLst>
              <a:ext uri="{FF2B5EF4-FFF2-40B4-BE49-F238E27FC236}">
                <a16:creationId xmlns:a16="http://schemas.microsoft.com/office/drawing/2014/main" id="{AEF904AA-51FA-504E-9121-A959C42AE63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8521237" y="5670335"/>
            <a:ext cx="5324977" cy="922826"/>
          </a:xfrm>
        </p:spPr>
        <p:txBody>
          <a:bodyPr l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 b="1" i="0" cap="none" spc="0"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62" name="Text Placeholder 9">
            <a:extLst>
              <a:ext uri="{FF2B5EF4-FFF2-40B4-BE49-F238E27FC236}">
                <a16:creationId xmlns:a16="http://schemas.microsoft.com/office/drawing/2014/main" id="{7491FE42-DE74-4C46-97D3-94F6733D193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8521237" y="6609653"/>
            <a:ext cx="5324977" cy="1184974"/>
          </a:xfrm>
        </p:spPr>
        <p:txBody>
          <a:bodyPr l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63" name="Text Placeholder 9">
            <a:extLst>
              <a:ext uri="{FF2B5EF4-FFF2-40B4-BE49-F238E27FC236}">
                <a16:creationId xmlns:a16="http://schemas.microsoft.com/office/drawing/2014/main" id="{D0207C6D-5318-6545-96A3-3A7CDCDC1207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8521237" y="7794626"/>
            <a:ext cx="5324977" cy="4537076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tile tx="0" ty="0" sx="100000" sy="100000" flip="x" algn="tl"/>
          </a:blipFill>
        </p:spPr>
        <p:txBody>
          <a:bodyPr lIns="0" tIns="180000">
            <a:no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400" b="0" i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buNone/>
              <a:defRPr sz="3600">
                <a:solidFill>
                  <a:schemeClr val="tx1"/>
                </a:solidFill>
              </a:defRPr>
            </a:lvl2pPr>
          </a:lstStyle>
          <a:p>
            <a:pPr lvl="1"/>
            <a:r>
              <a:rPr lang="en-US" dirty="0"/>
              <a:t>Click to add bio</a:t>
            </a:r>
          </a:p>
        </p:txBody>
      </p:sp>
    </p:spTree>
    <p:extLst>
      <p:ext uri="{BB962C8B-B14F-4D97-AF65-F5344CB8AC3E}">
        <p14:creationId xmlns:p14="http://schemas.microsoft.com/office/powerpoint/2010/main" val="21848720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55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ark Backgroun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67A4E1F0-ED0F-2C48-9426-F1CA70CB93D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95" y="446"/>
            <a:ext cx="24380827" cy="13715108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6DD6E01-6FCC-2F43-AE99-21C8E117D012}"/>
              </a:ext>
            </a:extLst>
          </p:cNvPr>
          <p:cNvCxnSpPr/>
          <p:nvPr userDrawn="1"/>
        </p:nvCxnSpPr>
        <p:spPr>
          <a:xfrm>
            <a:off x="0" y="12683688"/>
            <a:ext cx="24382413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 1">
            <a:extLst>
              <a:ext uri="{FF2B5EF4-FFF2-40B4-BE49-F238E27FC236}">
                <a16:creationId xmlns:a16="http://schemas.microsoft.com/office/drawing/2014/main" id="{3F5295C0-D13A-CC44-8189-17A4AC13C0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3386" y="304802"/>
            <a:ext cx="23302011" cy="194627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411C771-15C6-634F-9DFD-819CE015203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lum bright="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3386" y="13018355"/>
            <a:ext cx="2494150" cy="474862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52E41B-E531-4D4E-9B8C-328872F5F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Date</a:t>
            </a:r>
            <a:endParaRPr lang="en-US"/>
          </a:p>
        </p:txBody>
      </p:sp>
      <p:sp>
        <p:nvSpPr>
          <p:cNvPr id="11" name="Footer Placeholder 1">
            <a:extLst>
              <a:ext uri="{FF2B5EF4-FFF2-40B4-BE49-F238E27FC236}">
                <a16:creationId xmlns:a16="http://schemas.microsoft.com/office/drawing/2014/main" id="{F5BABF32-54A9-BC44-9F67-87DB9E3990B9}"/>
              </a:ext>
            </a:extLst>
          </p:cNvPr>
          <p:cNvSpPr txBox="1">
            <a:spLocks/>
          </p:cNvSpPr>
          <p:nvPr userDrawn="1"/>
        </p:nvSpPr>
        <p:spPr>
          <a:xfrm>
            <a:off x="14910868" y="12967201"/>
            <a:ext cx="8229064" cy="52846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indent="0" algn="l" rtl="0" eaLnBrk="1" fontAlgn="base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1pPr>
            <a:lvl2pPr marL="222250" indent="-212725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2pPr>
            <a:lvl3pPr marL="468000" indent="-2268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11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3pPr>
            <a:lvl4pPr marL="666000" indent="-2124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4pPr>
            <a:lvl5pPr marL="666000" indent="-2124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5pPr>
            <a:lvl6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 lang="en-US" sz="140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 lang="en-US" sz="140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 algn="r" defTabSz="914354">
              <a:buClr>
                <a:srgbClr val="00008B"/>
              </a:buClr>
            </a:pPr>
            <a:r>
              <a:rPr lang="en-US" sz="1600" dirty="0">
                <a:solidFill>
                  <a:schemeClr val="bg1"/>
                </a:solidFill>
                <a:cs typeface="Arial" charset="0"/>
              </a:rPr>
              <a:t>OpenText ©2022 All rights reserved</a:t>
            </a:r>
          </a:p>
        </p:txBody>
      </p:sp>
      <p:sp>
        <p:nvSpPr>
          <p:cNvPr id="12" name="Slide Number Placeholder 6">
            <a:extLst>
              <a:ext uri="{FF2B5EF4-FFF2-40B4-BE49-F238E27FC236}">
                <a16:creationId xmlns:a16="http://schemas.microsoft.com/office/drawing/2014/main" id="{0C5F97F1-AB4F-1B48-BDDD-9ACFF3677086}"/>
              </a:ext>
            </a:extLst>
          </p:cNvPr>
          <p:cNvSpPr txBox="1">
            <a:spLocks/>
          </p:cNvSpPr>
          <p:nvPr userDrawn="1"/>
        </p:nvSpPr>
        <p:spPr>
          <a:xfrm>
            <a:off x="23139932" y="12967200"/>
            <a:ext cx="689095" cy="528460"/>
          </a:xfrm>
          <a:prstGeom prst="rect">
            <a:avLst/>
          </a:prstGeom>
        </p:spPr>
        <p:txBody>
          <a:bodyPr vert="horz" lIns="182868" tIns="91434" rIns="182868" bIns="91434" rtlCol="0" anchor="ctr"/>
          <a:lstStyle>
            <a:defPPr>
              <a:defRPr lang="en-US"/>
            </a:defPPr>
            <a:lvl1pPr marL="0" indent="0" algn="r" rtl="0" eaLnBrk="1" fontAlgn="base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defRPr sz="800" b="0" i="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1pPr>
            <a:lvl2pPr marL="222250" indent="-212725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2pPr>
            <a:lvl3pPr marL="468000" indent="-2268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11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3pPr>
            <a:lvl4pPr marL="666000" indent="-2124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4pPr>
            <a:lvl5pPr marL="666000" indent="-2124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5pPr>
            <a:lvl6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 lang="en-US" sz="140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 lang="en-US" sz="140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fld id="{3C1D921F-663F-5D4C-BF56-776C1B867DF7}" type="slidenum">
              <a:rPr lang="en-US" sz="1600" smtClean="0">
                <a:solidFill>
                  <a:schemeClr val="bg1"/>
                </a:solidFill>
              </a:rPr>
              <a:pPr/>
              <a:t>‹#›</a:t>
            </a:fld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743122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ark Backgroun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7C6B0F3A-8DDD-5444-846F-28551CF656B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24382413" cy="13715556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6DD6E01-6FCC-2F43-AE99-21C8E117D012}"/>
              </a:ext>
            </a:extLst>
          </p:cNvPr>
          <p:cNvCxnSpPr/>
          <p:nvPr userDrawn="1"/>
        </p:nvCxnSpPr>
        <p:spPr>
          <a:xfrm>
            <a:off x="0" y="12683688"/>
            <a:ext cx="24382413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 1">
            <a:extLst>
              <a:ext uri="{FF2B5EF4-FFF2-40B4-BE49-F238E27FC236}">
                <a16:creationId xmlns:a16="http://schemas.microsoft.com/office/drawing/2014/main" id="{3F5295C0-D13A-CC44-8189-17A4AC13C0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3386" y="304802"/>
            <a:ext cx="23275641" cy="194627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411C771-15C6-634F-9DFD-819CE015203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lum bright="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3386" y="13018355"/>
            <a:ext cx="2494150" cy="474862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B9E9EE-BF4F-E049-BB5F-5AA54C2A0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Date</a:t>
            </a:r>
            <a:endParaRPr lang="en-US"/>
          </a:p>
        </p:txBody>
      </p:sp>
      <p:sp>
        <p:nvSpPr>
          <p:cNvPr id="9" name="Footer Placeholder 1">
            <a:extLst>
              <a:ext uri="{FF2B5EF4-FFF2-40B4-BE49-F238E27FC236}">
                <a16:creationId xmlns:a16="http://schemas.microsoft.com/office/drawing/2014/main" id="{9DD08BE4-1B87-4446-A067-4900FF453747}"/>
              </a:ext>
            </a:extLst>
          </p:cNvPr>
          <p:cNvSpPr txBox="1">
            <a:spLocks/>
          </p:cNvSpPr>
          <p:nvPr userDrawn="1"/>
        </p:nvSpPr>
        <p:spPr>
          <a:xfrm>
            <a:off x="14910868" y="12967201"/>
            <a:ext cx="8229064" cy="52846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indent="0" algn="l" rtl="0" eaLnBrk="1" fontAlgn="base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1pPr>
            <a:lvl2pPr marL="222250" indent="-212725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2pPr>
            <a:lvl3pPr marL="468000" indent="-2268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11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3pPr>
            <a:lvl4pPr marL="666000" indent="-2124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4pPr>
            <a:lvl5pPr marL="666000" indent="-2124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5pPr>
            <a:lvl6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 lang="en-US" sz="140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 lang="en-US" sz="140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 algn="r" defTabSz="914354">
              <a:buClr>
                <a:srgbClr val="00008B"/>
              </a:buClr>
            </a:pPr>
            <a:r>
              <a:rPr lang="en-US" sz="1600" dirty="0">
                <a:solidFill>
                  <a:schemeClr val="bg1"/>
                </a:solidFill>
                <a:cs typeface="Arial" charset="0"/>
              </a:rPr>
              <a:t>OpenText ©2022 All rights reserved</a:t>
            </a:r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C1524786-C3B4-0F4C-9DD1-A89CB20561BF}"/>
              </a:ext>
            </a:extLst>
          </p:cNvPr>
          <p:cNvSpPr txBox="1">
            <a:spLocks/>
          </p:cNvSpPr>
          <p:nvPr userDrawn="1"/>
        </p:nvSpPr>
        <p:spPr>
          <a:xfrm>
            <a:off x="23139932" y="12967200"/>
            <a:ext cx="689095" cy="528460"/>
          </a:xfrm>
          <a:prstGeom prst="rect">
            <a:avLst/>
          </a:prstGeom>
        </p:spPr>
        <p:txBody>
          <a:bodyPr vert="horz" lIns="182868" tIns="91434" rIns="182868" bIns="91434" rtlCol="0" anchor="ctr"/>
          <a:lstStyle>
            <a:defPPr>
              <a:defRPr lang="en-US"/>
            </a:defPPr>
            <a:lvl1pPr marL="0" indent="0" algn="r" rtl="0" eaLnBrk="1" fontAlgn="base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defRPr sz="800" b="0" i="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1pPr>
            <a:lvl2pPr marL="222250" indent="-212725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2pPr>
            <a:lvl3pPr marL="468000" indent="-2268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11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3pPr>
            <a:lvl4pPr marL="666000" indent="-2124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4pPr>
            <a:lvl5pPr marL="666000" indent="-2124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5pPr>
            <a:lvl6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 lang="en-US" sz="140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 lang="en-US" sz="140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fld id="{3C1D921F-663F-5D4C-BF56-776C1B867DF7}" type="slidenum">
              <a:rPr lang="en-US" sz="1600" smtClean="0">
                <a:solidFill>
                  <a:schemeClr val="bg1"/>
                </a:solidFill>
              </a:rPr>
              <a:pPr/>
              <a:t>‹#›</a:t>
            </a:fld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113058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6DD6E01-6FCC-2F43-AE99-21C8E117D012}"/>
              </a:ext>
            </a:extLst>
          </p:cNvPr>
          <p:cNvCxnSpPr/>
          <p:nvPr userDrawn="1"/>
        </p:nvCxnSpPr>
        <p:spPr>
          <a:xfrm>
            <a:off x="0" y="12683688"/>
            <a:ext cx="24382413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 1">
            <a:extLst>
              <a:ext uri="{FF2B5EF4-FFF2-40B4-BE49-F238E27FC236}">
                <a16:creationId xmlns:a16="http://schemas.microsoft.com/office/drawing/2014/main" id="{3F5295C0-D13A-CC44-8189-17A4AC13C0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7016" y="304802"/>
            <a:ext cx="23302011" cy="1946276"/>
          </a:xfrm>
        </p:spPr>
        <p:txBody>
          <a:bodyPr/>
          <a:lstStyle/>
          <a:p>
            <a:r>
              <a:rPr lang="en-US" dirty="0"/>
              <a:t>Click to add slide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D545DD-AEDF-3C4F-9EC7-AB6A827D4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Date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37717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hape&#10;&#10;Description automatically generated with medium confidence">
            <a:extLst>
              <a:ext uri="{FF2B5EF4-FFF2-40B4-BE49-F238E27FC236}">
                <a16:creationId xmlns:a16="http://schemas.microsoft.com/office/drawing/2014/main" id="{DD3CD4A8-FE3B-87FC-3CB0-79125249538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2413" cy="13716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56B84FE1-4F9B-FB47-868C-9D7C324D4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1" y="6658196"/>
            <a:ext cx="21863051" cy="1682496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E648B9-909E-1148-833B-86CE913BB54C}"/>
              </a:ext>
            </a:extLst>
          </p:cNvPr>
          <p:cNvSpPr txBox="1"/>
          <p:nvPr userDrawn="1"/>
        </p:nvSpPr>
        <p:spPr>
          <a:xfrm>
            <a:off x="1257301" y="11533491"/>
            <a:ext cx="2186305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US" sz="6000" b="1" err="1">
                <a:solidFill>
                  <a:schemeClr val="bg1"/>
                </a:solidFill>
                <a:latin typeface="+mj-lt"/>
                <a:ea typeface="Lato" charset="0"/>
                <a:cs typeface="Lato" charset="0"/>
              </a:rPr>
              <a:t>opentext.com</a:t>
            </a:r>
            <a:endParaRPr lang="en-US" sz="6000" b="1">
              <a:solidFill>
                <a:schemeClr val="bg1"/>
              </a:solidFill>
              <a:latin typeface="+mj-lt"/>
              <a:ea typeface="Lato" charset="0"/>
              <a:cs typeface="Lato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3E10C71-3E19-C749-B45D-2CE57004628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11966" y="9204127"/>
            <a:ext cx="870539" cy="70788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6745F2F-F2B0-794B-880F-EAE1FAFED14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18166" y="10330330"/>
            <a:ext cx="870539" cy="8705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C1E21FD-4F5C-C243-AEC3-E2383A6DFA35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54912" y="2846567"/>
            <a:ext cx="11618066" cy="2204034"/>
          </a:xfrm>
          <a:prstGeom prst="rect">
            <a:avLst/>
          </a:prstGeom>
          <a:effectLst>
            <a:innerShdw blurRad="50800" dist="38100" dir="16200000">
              <a:prstClr val="black">
                <a:alpha val="50000"/>
              </a:prstClr>
            </a:innerShdw>
          </a:effectLst>
        </p:spPr>
      </p:pic>
    </p:spTree>
    <p:extLst>
      <p:ext uri="{BB962C8B-B14F-4D97-AF65-F5344CB8AC3E}">
        <p14:creationId xmlns:p14="http://schemas.microsoft.com/office/powerpoint/2010/main" val="66899626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hank You Second 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hape&#10;&#10;Description automatically generated with medium confidence">
            <a:extLst>
              <a:ext uri="{FF2B5EF4-FFF2-40B4-BE49-F238E27FC236}">
                <a16:creationId xmlns:a16="http://schemas.microsoft.com/office/drawing/2014/main" id="{321A6994-14CF-D176-D806-7907B6DD104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2413" cy="137160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CC1BA4B-E9CB-D04F-B611-577554C8855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54912" y="5755985"/>
            <a:ext cx="11618066" cy="2204034"/>
          </a:xfrm>
          <a:prstGeom prst="rect">
            <a:avLst/>
          </a:prstGeom>
          <a:effectLst>
            <a:innerShdw blurRad="50800" dist="38100" dir="16200000">
              <a:prstClr val="black">
                <a:alpha val="50000"/>
              </a:prstClr>
            </a:innerShdw>
          </a:effectLst>
        </p:spPr>
      </p:pic>
    </p:spTree>
    <p:extLst>
      <p:ext uri="{BB962C8B-B14F-4D97-AF65-F5344CB8AC3E}">
        <p14:creationId xmlns:p14="http://schemas.microsoft.com/office/powerpoint/2010/main" val="13073941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Title Placeholder 1"/>
          <p:cNvSpPr>
            <a:spLocks noGrp="1"/>
          </p:cNvSpPr>
          <p:nvPr>
            <p:ph type="title"/>
          </p:nvPr>
        </p:nvSpPr>
        <p:spPr bwMode="auto">
          <a:xfrm>
            <a:off x="527016" y="304802"/>
            <a:ext cx="23328382" cy="1946276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7200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dirty="0"/>
          </a:p>
        </p:txBody>
      </p:sp>
      <p:sp>
        <p:nvSpPr>
          <p:cNvPr id="102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527016" y="2752727"/>
            <a:ext cx="23328382" cy="9578974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 dirty="0"/>
              <a:t>First level </a:t>
            </a:r>
          </a:p>
          <a:p>
            <a:pPr lvl="1"/>
            <a:r>
              <a:rPr lang="en-US" dirty="0"/>
              <a:t>Second level 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 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  <a:p>
            <a:pPr marL="361932" lvl="0" indent="-361932" algn="l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  <a:tabLst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55F5FB-94C8-6B44-A612-406AB323C3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13773150"/>
            <a:ext cx="0" cy="0"/>
          </a:xfrm>
          <a:prstGeom prst="rect">
            <a:avLst/>
          </a:prstGeom>
          <a:ln w="0">
            <a:solidFill>
              <a:schemeClr val="bg1"/>
            </a:solidFill>
          </a:ln>
        </p:spPr>
        <p:txBody>
          <a:bodyPr vert="horz" lIns="91440" tIns="45720" rIns="91440" bIns="45720" rtlCol="0" anchor="t"/>
          <a:lstStyle>
            <a:lvl1pPr algn="l">
              <a:defRPr sz="200">
                <a:solidFill>
                  <a:schemeClr val="accent5">
                    <a:alpha val="0"/>
                  </a:schemeClr>
                </a:solidFill>
              </a:defRPr>
            </a:lvl1pPr>
          </a:lstStyle>
          <a:p>
            <a:r>
              <a:rPr lang="en-CA"/>
              <a:t>Date</a:t>
            </a:r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5F4756D-8158-8447-A01A-4585EAD875FD}"/>
              </a:ext>
            </a:extLst>
          </p:cNvPr>
          <p:cNvPicPr>
            <a:picLocks noChangeAspect="1"/>
          </p:cNvPicPr>
          <p:nvPr/>
        </p:nvPicPr>
        <p:blipFill>
          <a:blip r:embed="rId3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3386" y="13018355"/>
            <a:ext cx="2494150" cy="474862"/>
          </a:xfrm>
          <a:prstGeom prst="rect">
            <a:avLst/>
          </a:prstGeom>
        </p:spPr>
      </p:pic>
      <p:sp>
        <p:nvSpPr>
          <p:cNvPr id="10" name="Footer Placeholder 1">
            <a:extLst>
              <a:ext uri="{FF2B5EF4-FFF2-40B4-BE49-F238E27FC236}">
                <a16:creationId xmlns:a16="http://schemas.microsoft.com/office/drawing/2014/main" id="{FC85038D-5B6D-7448-B3EB-ABE08E02873E}"/>
              </a:ext>
            </a:extLst>
          </p:cNvPr>
          <p:cNvSpPr txBox="1">
            <a:spLocks/>
          </p:cNvSpPr>
          <p:nvPr/>
        </p:nvSpPr>
        <p:spPr>
          <a:xfrm>
            <a:off x="14910868" y="12967201"/>
            <a:ext cx="8229064" cy="52846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indent="0" algn="l" rtl="0" eaLnBrk="1" fontAlgn="base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1pPr>
            <a:lvl2pPr marL="222250" indent="-212725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2pPr>
            <a:lvl3pPr marL="468000" indent="-2268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11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3pPr>
            <a:lvl4pPr marL="666000" indent="-2124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4pPr>
            <a:lvl5pPr marL="666000" indent="-2124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5pPr>
            <a:lvl6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 lang="en-US" sz="140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 lang="en-US" sz="140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 algn="r" defTabSz="914354">
              <a:buClr>
                <a:srgbClr val="00008B"/>
              </a:buClr>
            </a:pPr>
            <a:r>
              <a:rPr lang="en-US" sz="1600" dirty="0">
                <a:solidFill>
                  <a:srgbClr val="FFFFFF">
                    <a:lumMod val="50000"/>
                  </a:srgbClr>
                </a:solidFill>
                <a:cs typeface="Arial" charset="0"/>
              </a:rPr>
              <a:t>OpenText ©2022 All rights reserved</a:t>
            </a:r>
          </a:p>
        </p:txBody>
      </p:sp>
      <p:sp>
        <p:nvSpPr>
          <p:cNvPr id="12" name="Slide Number Placeholder 6">
            <a:extLst>
              <a:ext uri="{FF2B5EF4-FFF2-40B4-BE49-F238E27FC236}">
                <a16:creationId xmlns:a16="http://schemas.microsoft.com/office/drawing/2014/main" id="{C238D947-1ED4-324A-B626-D28ADAFF1F61}"/>
              </a:ext>
            </a:extLst>
          </p:cNvPr>
          <p:cNvSpPr txBox="1">
            <a:spLocks/>
          </p:cNvSpPr>
          <p:nvPr/>
        </p:nvSpPr>
        <p:spPr>
          <a:xfrm>
            <a:off x="23139932" y="12967200"/>
            <a:ext cx="689095" cy="528460"/>
          </a:xfrm>
          <a:prstGeom prst="rect">
            <a:avLst/>
          </a:prstGeom>
        </p:spPr>
        <p:txBody>
          <a:bodyPr vert="horz" lIns="182868" tIns="91434" rIns="182868" bIns="91434" rtlCol="0" anchor="ctr"/>
          <a:lstStyle>
            <a:defPPr>
              <a:defRPr lang="en-US"/>
            </a:defPPr>
            <a:lvl1pPr marL="0" indent="0" algn="r" rtl="0" eaLnBrk="1" fontAlgn="base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defRPr sz="800" b="0" i="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1pPr>
            <a:lvl2pPr marL="222250" indent="-212725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2pPr>
            <a:lvl3pPr marL="468000" indent="-2268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11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3pPr>
            <a:lvl4pPr marL="666000" indent="-2124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4pPr>
            <a:lvl5pPr marL="666000" indent="-2124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5pPr>
            <a:lvl6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 lang="en-US" sz="140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 lang="en-US" sz="140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fld id="{3C1D921F-663F-5D4C-BF56-776C1B867DF7}" type="slidenum">
              <a:rPr lang="en-US" sz="1600" smtClean="0"/>
              <a:pPr/>
              <a:t>‹#›</a:t>
            </a:fld>
            <a:endParaRPr lang="en-US" sz="16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704E662-BF56-4242-9328-6431B0431923}"/>
              </a:ext>
            </a:extLst>
          </p:cNvPr>
          <p:cNvPicPr>
            <a:picLocks noChangeAspect="1"/>
          </p:cNvPicPr>
          <p:nvPr userDrawn="1"/>
        </p:nvPicPr>
        <p:blipFill>
          <a:blip r:embed="rId3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3386" y="13018355"/>
            <a:ext cx="2494150" cy="474862"/>
          </a:xfrm>
          <a:prstGeom prst="rect">
            <a:avLst/>
          </a:prstGeom>
        </p:spPr>
      </p:pic>
      <p:sp>
        <p:nvSpPr>
          <p:cNvPr id="13" name="Slide Number Placeholder 6">
            <a:extLst>
              <a:ext uri="{FF2B5EF4-FFF2-40B4-BE49-F238E27FC236}">
                <a16:creationId xmlns:a16="http://schemas.microsoft.com/office/drawing/2014/main" id="{53F34978-816F-1545-9F88-94D9F79DEB3C}"/>
              </a:ext>
            </a:extLst>
          </p:cNvPr>
          <p:cNvSpPr txBox="1">
            <a:spLocks/>
          </p:cNvSpPr>
          <p:nvPr userDrawn="1"/>
        </p:nvSpPr>
        <p:spPr>
          <a:xfrm>
            <a:off x="23139932" y="12967200"/>
            <a:ext cx="689095" cy="528460"/>
          </a:xfrm>
          <a:prstGeom prst="rect">
            <a:avLst/>
          </a:prstGeom>
        </p:spPr>
        <p:txBody>
          <a:bodyPr vert="horz" lIns="182868" tIns="91434" rIns="182868" bIns="91434" rtlCol="0" anchor="ctr"/>
          <a:lstStyle>
            <a:defPPr>
              <a:defRPr lang="en-US"/>
            </a:defPPr>
            <a:lvl1pPr marL="0" indent="0" algn="r" rtl="0" eaLnBrk="1" fontAlgn="base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defRPr sz="800" b="0" i="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1pPr>
            <a:lvl2pPr marL="222250" indent="-212725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2pPr>
            <a:lvl3pPr marL="468000" indent="-2268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11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3pPr>
            <a:lvl4pPr marL="666000" indent="-2124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4pPr>
            <a:lvl5pPr marL="666000" indent="-2124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5pPr>
            <a:lvl6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 lang="en-US" sz="140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 lang="en-US" sz="140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fld id="{3C1D921F-663F-5D4C-BF56-776C1B867DF7}" type="slidenum">
              <a:rPr lang="en-US" sz="1600" smtClean="0"/>
              <a:pPr/>
              <a:t>‹#›</a:t>
            </a:fld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724046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  <p:sldLayoutId id="2147483706" r:id="rId14"/>
    <p:sldLayoutId id="2147483707" r:id="rId15"/>
    <p:sldLayoutId id="2147483708" r:id="rId16"/>
    <p:sldLayoutId id="2147483709" r:id="rId17"/>
    <p:sldLayoutId id="2147483710" r:id="rId18"/>
    <p:sldLayoutId id="2147483711" r:id="rId19"/>
    <p:sldLayoutId id="2147483712" r:id="rId20"/>
    <p:sldLayoutId id="2147483713" r:id="rId21"/>
    <p:sldLayoutId id="2147483714" r:id="rId22"/>
    <p:sldLayoutId id="2147483715" r:id="rId23"/>
    <p:sldLayoutId id="2147483716" r:id="rId24"/>
    <p:sldLayoutId id="2147483717" r:id="rId25"/>
    <p:sldLayoutId id="2147483718" r:id="rId26"/>
    <p:sldLayoutId id="2147483719" r:id="rId27"/>
    <p:sldLayoutId id="2147483720" r:id="rId28"/>
    <p:sldLayoutId id="2147483721" r:id="rId29"/>
    <p:sldLayoutId id="2147483722" r:id="rId30"/>
    <p:sldLayoutId id="2147483723" r:id="rId31"/>
    <p:sldLayoutId id="2147483724" r:id="rId32"/>
    <p:sldLayoutId id="2147483725" r:id="rId33"/>
    <p:sldLayoutId id="2147483726" r:id="rId34"/>
    <p:sldLayoutId id="2147483727" r:id="rId35"/>
  </p:sldLayoutIdLst>
  <p:hf hdr="0" dt="0"/>
  <p:txStyles>
    <p:titleStyle>
      <a:lvl1pPr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defRPr sz="6400" b="1" i="0" kern="1200" baseline="0">
          <a:solidFill>
            <a:schemeClr val="accent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8534">
          <a:solidFill>
            <a:schemeClr val="accent1"/>
          </a:solidFill>
          <a:latin typeface="AllerMod Regular" charset="0"/>
          <a:ea typeface="ＭＳ Ｐゴシック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8534">
          <a:solidFill>
            <a:schemeClr val="accent1"/>
          </a:solidFill>
          <a:latin typeface="AllerMod Regular" charset="0"/>
          <a:ea typeface="ＭＳ Ｐゴシック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8534">
          <a:solidFill>
            <a:schemeClr val="accent1"/>
          </a:solidFill>
          <a:latin typeface="AllerMod Regular" charset="0"/>
          <a:ea typeface="ＭＳ Ｐゴシック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8534">
          <a:solidFill>
            <a:schemeClr val="accent1"/>
          </a:solidFill>
          <a:latin typeface="AllerMod Regular" charset="0"/>
          <a:ea typeface="ＭＳ Ｐゴシック" charset="0"/>
        </a:defRPr>
      </a:lvl5pPr>
      <a:lvl6pPr marL="1219063" algn="l" rtl="0" eaLnBrk="1" fontAlgn="base" hangingPunct="1">
        <a:spcBef>
          <a:spcPct val="0"/>
        </a:spcBef>
        <a:spcAft>
          <a:spcPct val="0"/>
        </a:spcAft>
        <a:defRPr sz="8534">
          <a:solidFill>
            <a:schemeClr val="accent1"/>
          </a:solidFill>
          <a:latin typeface="AllerMod Regular" charset="0"/>
          <a:ea typeface="ＭＳ Ｐゴシック" charset="0"/>
        </a:defRPr>
      </a:lvl6pPr>
      <a:lvl7pPr marL="2438126" algn="l" rtl="0" eaLnBrk="1" fontAlgn="base" hangingPunct="1">
        <a:spcBef>
          <a:spcPct val="0"/>
        </a:spcBef>
        <a:spcAft>
          <a:spcPct val="0"/>
        </a:spcAft>
        <a:defRPr sz="8534">
          <a:solidFill>
            <a:schemeClr val="accent1"/>
          </a:solidFill>
          <a:latin typeface="AllerMod Regular" charset="0"/>
          <a:ea typeface="ＭＳ Ｐゴシック" charset="0"/>
        </a:defRPr>
      </a:lvl7pPr>
      <a:lvl8pPr marL="3657189" algn="l" rtl="0" eaLnBrk="1" fontAlgn="base" hangingPunct="1">
        <a:spcBef>
          <a:spcPct val="0"/>
        </a:spcBef>
        <a:spcAft>
          <a:spcPct val="0"/>
        </a:spcAft>
        <a:defRPr sz="8534">
          <a:solidFill>
            <a:schemeClr val="accent1"/>
          </a:solidFill>
          <a:latin typeface="AllerMod Regular" charset="0"/>
          <a:ea typeface="ＭＳ Ｐゴシック" charset="0"/>
        </a:defRPr>
      </a:lvl8pPr>
      <a:lvl9pPr marL="4876252" algn="l" rtl="0" eaLnBrk="1" fontAlgn="base" hangingPunct="1">
        <a:spcBef>
          <a:spcPct val="0"/>
        </a:spcBef>
        <a:spcAft>
          <a:spcPct val="0"/>
        </a:spcAft>
        <a:defRPr sz="8534">
          <a:solidFill>
            <a:schemeClr val="accent1"/>
          </a:solidFill>
          <a:latin typeface="AllerMod Regular" charset="0"/>
          <a:ea typeface="ＭＳ Ｐゴシック" charset="0"/>
        </a:defRPr>
      </a:lvl9pPr>
    </p:titleStyle>
    <p:bodyStyle>
      <a:lvl1pPr marL="0" indent="0" algn="l" rtl="0" eaLnBrk="1" fontAlgn="base" hangingPunct="1">
        <a:lnSpc>
          <a:spcPct val="100000"/>
        </a:lnSpc>
        <a:spcBef>
          <a:spcPts val="1600"/>
        </a:spcBef>
        <a:spcAft>
          <a:spcPts val="600"/>
        </a:spcAft>
        <a:buClr>
          <a:schemeClr val="accent1"/>
        </a:buClr>
        <a:buSzPct val="110000"/>
        <a:buFont typeface="Arial" panose="020B0604020202020204" pitchFamily="34" charset="0"/>
        <a:buNone/>
        <a:defRPr sz="4000" b="0" i="0" kern="12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1pPr>
      <a:lvl2pPr marL="444478" indent="-425429" algn="l" rtl="0" eaLnBrk="1" fontAlgn="base" hangingPunct="1">
        <a:lnSpc>
          <a:spcPct val="100000"/>
        </a:lnSpc>
        <a:spcBef>
          <a:spcPts val="0"/>
        </a:spcBef>
        <a:spcAft>
          <a:spcPct val="0"/>
        </a:spcAft>
        <a:buClr>
          <a:schemeClr val="accent1"/>
        </a:buClr>
        <a:buSzPct val="110000"/>
        <a:buFont typeface="Arial" panose="020B0604020202020204" pitchFamily="34" charset="0"/>
        <a:buChar char="•"/>
        <a:tabLst/>
        <a:defRPr sz="3600" kern="1200">
          <a:solidFill>
            <a:schemeClr val="tx1"/>
          </a:solidFill>
          <a:latin typeface="+mj-lt"/>
          <a:ea typeface="ＭＳ Ｐゴシック" charset="0"/>
          <a:cs typeface="HelveticaNeueLT Std"/>
        </a:defRPr>
      </a:lvl2pPr>
      <a:lvl3pPr marL="935953" indent="-453577" algn="l" rtl="0" eaLnBrk="1" fontAlgn="base" hangingPunct="1">
        <a:lnSpc>
          <a:spcPct val="100000"/>
        </a:lnSpc>
        <a:spcBef>
          <a:spcPts val="400"/>
        </a:spcBef>
        <a:spcAft>
          <a:spcPct val="0"/>
        </a:spcAft>
        <a:buClr>
          <a:schemeClr val="accent1"/>
        </a:buClr>
        <a:buSzPct val="115000"/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j-lt"/>
          <a:ea typeface="ＭＳ Ｐゴシック" charset="0"/>
          <a:cs typeface="HelveticaNeueLT Std"/>
        </a:defRPr>
      </a:lvl3pPr>
      <a:lvl4pPr marL="1331933" indent="-424779" algn="l" rtl="0" eaLnBrk="1" fontAlgn="base" hangingPunct="1">
        <a:lnSpc>
          <a:spcPct val="100000"/>
        </a:lnSpc>
        <a:spcBef>
          <a:spcPts val="400"/>
        </a:spcBef>
        <a:spcAft>
          <a:spcPct val="0"/>
        </a:spcAft>
        <a:buClr>
          <a:schemeClr val="accent1"/>
        </a:buClr>
        <a:buSzPct val="85000"/>
        <a:buFont typeface="Arial" panose="020B0604020202020204" pitchFamily="34" charset="0"/>
        <a:buChar char="•"/>
        <a:tabLst/>
        <a:defRPr lang="en-US" sz="2800" kern="1200" dirty="0" smtClean="0">
          <a:solidFill>
            <a:schemeClr val="tx1"/>
          </a:solidFill>
          <a:latin typeface="+mj-lt"/>
          <a:ea typeface="ＭＳ Ｐゴシック" charset="0"/>
          <a:cs typeface="HelveticaNeueLT Std"/>
        </a:defRPr>
      </a:lvl4pPr>
      <a:lvl5pPr marL="1331933" indent="-424779" algn="l" rtl="0" eaLnBrk="1" fontAlgn="base" hangingPunct="1">
        <a:lnSpc>
          <a:spcPct val="100000"/>
        </a:lnSpc>
        <a:spcBef>
          <a:spcPts val="400"/>
        </a:spcBef>
        <a:spcAft>
          <a:spcPct val="0"/>
        </a:spcAft>
        <a:buClr>
          <a:schemeClr val="accent1"/>
        </a:buClr>
        <a:buSzPct val="85000"/>
        <a:buFont typeface="Arial" panose="020B0604020202020204" pitchFamily="34" charset="0"/>
        <a:buChar char="•"/>
        <a:tabLst/>
        <a:defRPr lang="en-US" sz="2800" kern="1200" dirty="0" smtClean="0">
          <a:solidFill>
            <a:schemeClr val="tx1"/>
          </a:solidFill>
          <a:latin typeface="+mj-lt"/>
          <a:ea typeface="ＭＳ Ｐゴシック" charset="0"/>
          <a:cs typeface="HelveticaNeueLT Std"/>
        </a:defRPr>
      </a:lvl5pPr>
      <a:lvl6pPr marL="1331933" indent="-424779" algn="l" defTabSz="2438126" rtl="0" eaLnBrk="1" latinLnBrk="0" hangingPunct="1">
        <a:lnSpc>
          <a:spcPct val="100000"/>
        </a:lnSpc>
        <a:spcBef>
          <a:spcPts val="400"/>
        </a:spcBef>
        <a:buClr>
          <a:schemeClr val="accent1"/>
        </a:buClr>
        <a:buSzPct val="85000"/>
        <a:buFont typeface="Arial" panose="020B0604020202020204" pitchFamily="34" charset="0"/>
        <a:buChar char="•"/>
        <a:tabLst/>
        <a:defRPr lang="en-US" sz="2800" kern="1200" dirty="0" smtClean="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6pPr>
      <a:lvl7pPr marL="1331933" indent="-424779" algn="l" defTabSz="2438126" rtl="0" eaLnBrk="1" latinLnBrk="0" hangingPunct="1">
        <a:lnSpc>
          <a:spcPct val="100000"/>
        </a:lnSpc>
        <a:spcBef>
          <a:spcPts val="400"/>
        </a:spcBef>
        <a:buClr>
          <a:schemeClr val="accent1"/>
        </a:buClr>
        <a:buSzPct val="85000"/>
        <a:buFont typeface="Arial" panose="020B0604020202020204" pitchFamily="34" charset="0"/>
        <a:buChar char="•"/>
        <a:tabLst/>
        <a:defRPr lang="en-US" sz="2800" kern="1200" baseline="0" dirty="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7pPr>
      <a:lvl8pPr marL="1331933" indent="-424779" algn="l" defTabSz="2438126" rtl="0" eaLnBrk="1" latinLnBrk="0" hangingPunct="1">
        <a:lnSpc>
          <a:spcPct val="100000"/>
        </a:lnSpc>
        <a:spcBef>
          <a:spcPts val="400"/>
        </a:spcBef>
        <a:buClr>
          <a:schemeClr val="accent1"/>
        </a:buClr>
        <a:buSzPct val="85000"/>
        <a:buFont typeface="Arial" panose="020B0604020202020204" pitchFamily="34" charset="0"/>
        <a:buChar char="•"/>
        <a:defRPr lang="en-US" sz="2800" kern="1200" baseline="0" dirty="0" smtClean="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8pPr>
      <a:lvl9pPr marL="1331933" indent="-424779" algn="l" defTabSz="2438126" rtl="0" eaLnBrk="1" latinLnBrk="0" hangingPunct="1">
        <a:lnSpc>
          <a:spcPct val="100000"/>
        </a:lnSpc>
        <a:spcBef>
          <a:spcPts val="400"/>
        </a:spcBef>
        <a:buClr>
          <a:schemeClr val="accent1"/>
        </a:buClr>
        <a:buSzPct val="85000"/>
        <a:buFont typeface="Arial" panose="020B0604020202020204" pitchFamily="34" charset="0"/>
        <a:buChar char="•"/>
        <a:defRPr lang="en-US" sz="2800" kern="1200" baseline="0" dirty="0" smtClean="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9pPr>
    </p:bodyStyle>
    <p:otherStyle>
      <a:defPPr>
        <a:defRPr/>
      </a:defPPr>
      <a:lvl1pPr marL="0" algn="l" defTabSz="2438126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1219063" algn="l" defTabSz="2438126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2438126" algn="l" defTabSz="2438126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3657189" algn="l" defTabSz="2438126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876252" algn="l" defTabSz="2438126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6095315" algn="l" defTabSz="2438126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7314378" algn="l" defTabSz="2438126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8533441" algn="l" defTabSz="2438126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9752502" algn="l" defTabSz="2438126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017">
          <p15:clr>
            <a:srgbClr val="F26B43"/>
          </p15:clr>
        </p15:guide>
        <p15:guide id="5" pos="14574">
          <p15:clr>
            <a:srgbClr val="F26B43"/>
          </p15:clr>
        </p15:guide>
        <p15:guide id="8" orient="horz" pos="7767">
          <p15:clr>
            <a:srgbClr val="F26B43"/>
          </p15:clr>
        </p15:guide>
        <p15:guide id="19" orient="horz" pos="709">
          <p15:clr>
            <a:srgbClr val="F26B43"/>
          </p15:clr>
        </p15:guide>
        <p15:guide id="20" pos="166">
          <p15:clr>
            <a:srgbClr val="F26B43"/>
          </p15:clr>
        </p15:guide>
        <p15:guide id="21" pos="7514">
          <p15:clr>
            <a:srgbClr val="F26B43"/>
          </p15:clr>
        </p15:guide>
        <p15:guide id="22" orient="horz" pos="96">
          <p15:clr>
            <a:srgbClr val="F26B43"/>
          </p15:clr>
        </p15:guide>
        <p15:guide id="23" orient="horz" pos="3997">
          <p15:clr>
            <a:srgbClr val="F26B43"/>
          </p15:clr>
        </p15:guide>
        <p15:guide id="24" orient="horz" pos="867">
          <p15:clr>
            <a:srgbClr val="F26B43"/>
          </p15:clr>
        </p15:guide>
        <p15:guide id="25" orient="horz" pos="38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7C1B1DFE-F938-F44F-B61F-AF0748ECD3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7016" y="9994696"/>
            <a:ext cx="23328381" cy="1247695"/>
          </a:xfrm>
        </p:spPr>
        <p:txBody>
          <a:bodyPr/>
          <a:lstStyle/>
          <a:p>
            <a:r>
              <a:rPr lang="en-US" dirty="0"/>
              <a:t>Product Architecture and </a:t>
            </a:r>
            <a:r>
              <a:rPr lang="en-US"/>
              <a:t>Installation Overview</a:t>
            </a:r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A637377D-2EAB-BB48-8DE5-E42378B3A3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7016" y="7518357"/>
            <a:ext cx="23328381" cy="2454116"/>
          </a:xfrm>
        </p:spPr>
        <p:txBody>
          <a:bodyPr/>
          <a:lstStyle/>
          <a:p>
            <a:r>
              <a:rPr lang="en-US" dirty="0"/>
              <a:t>OT Communications Cloud Native</a:t>
            </a:r>
          </a:p>
        </p:txBody>
      </p:sp>
      <p:sp>
        <p:nvSpPr>
          <p:cNvPr id="9" name="Text Placeholder 23">
            <a:extLst>
              <a:ext uri="{FF2B5EF4-FFF2-40B4-BE49-F238E27FC236}">
                <a16:creationId xmlns:a16="http://schemas.microsoft.com/office/drawing/2014/main" id="{A63FADC8-8432-A94C-BBA4-D31DEC3AAB19}"/>
              </a:ext>
            </a:extLst>
          </p:cNvPr>
          <p:cNvSpPr txBox="1">
            <a:spLocks/>
          </p:cNvSpPr>
          <p:nvPr/>
        </p:nvSpPr>
        <p:spPr>
          <a:xfrm>
            <a:off x="527015" y="11827895"/>
            <a:ext cx="3674597" cy="665507"/>
          </a:xfrm>
          <a:prstGeom prst="rect">
            <a:avLst/>
          </a:prstGeom>
        </p:spPr>
        <p:txBody>
          <a:bodyPr lIns="0"/>
          <a:lstStyle>
            <a:lvl1pPr marL="0" indent="0" algn="l" rtl="0" eaLnBrk="1" fontAlgn="base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>
                <a:schemeClr val="accent2"/>
              </a:buClr>
              <a:buSzPct val="110000"/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1pPr>
            <a:lvl2pPr marL="270000" indent="-264500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Pct val="110000"/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bg1"/>
                </a:solidFill>
                <a:latin typeface="+mj-lt"/>
                <a:ea typeface="ＭＳ Ｐゴシック" charset="0"/>
                <a:cs typeface="HelveticaNeueLT Std"/>
              </a:defRPr>
            </a:lvl2pPr>
            <a:lvl3pPr marL="468000" indent="-2268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2"/>
              </a:buClr>
              <a:buSzPct val="11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j-lt"/>
                <a:ea typeface="ＭＳ Ｐゴシック" charset="0"/>
                <a:cs typeface="HelveticaNeueLT Std"/>
              </a:defRPr>
            </a:lvl3pPr>
            <a:lvl4pPr marL="666000" indent="-2124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Arial" panose="020B0604020202020204" pitchFamily="34" charset="0"/>
              <a:buChar char="•"/>
              <a:tabLst/>
              <a:defRPr lang="en-US" sz="1400" kern="1200" dirty="0" smtClean="0">
                <a:solidFill>
                  <a:schemeClr val="bg1"/>
                </a:solidFill>
                <a:latin typeface="+mj-lt"/>
                <a:ea typeface="ＭＳ Ｐゴシック" charset="0"/>
                <a:cs typeface="HelveticaNeueLT Std"/>
              </a:defRPr>
            </a:lvl4pPr>
            <a:lvl5pPr marL="666000" indent="-2124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Arial" panose="020B0604020202020204" pitchFamily="34" charset="0"/>
              <a:buChar char="•"/>
              <a:tabLst/>
              <a:defRPr lang="en-US" sz="1400" kern="1200" dirty="0">
                <a:solidFill>
                  <a:schemeClr val="bg1"/>
                </a:solidFill>
                <a:latin typeface="+mj-lt"/>
                <a:ea typeface="ＭＳ Ｐゴシック" charset="0"/>
                <a:cs typeface="HelveticaNeueLT Std"/>
              </a:defRPr>
            </a:lvl5pPr>
            <a:lvl6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•"/>
              <a:tabLst/>
              <a:defRPr lang="en-US" sz="1400" kern="1200" dirty="0" smtClean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•"/>
              <a:tabLst/>
              <a:defRPr lang="en-US" sz="1400" kern="120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•"/>
              <a:defRPr lang="en-US" sz="1400" kern="1200" baseline="0" dirty="0" smtClean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•"/>
              <a:defRPr lang="en-US" sz="1400" kern="1200" baseline="0" dirty="0" smtClean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 defTabSz="1828709">
              <a:spcBef>
                <a:spcPts val="1600"/>
              </a:spcBef>
              <a:spcAft>
                <a:spcPts val="600"/>
              </a:spcAft>
              <a:buClr>
                <a:srgbClr val="1A69FF"/>
              </a:buClr>
            </a:pPr>
            <a:r>
              <a:rPr lang="en-US" sz="3600" dirty="0">
                <a:solidFill>
                  <a:srgbClr val="FFFFFF"/>
                </a:solidFill>
              </a:rPr>
              <a:t>2026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4EB46D4E-1B67-8B47-9E8E-017694004FF3}"/>
              </a:ext>
            </a:extLst>
          </p:cNvPr>
          <p:cNvSpPr txBox="1">
            <a:spLocks/>
          </p:cNvSpPr>
          <p:nvPr/>
        </p:nvSpPr>
        <p:spPr>
          <a:xfrm>
            <a:off x="5072832" y="11827895"/>
            <a:ext cx="6361016" cy="665507"/>
          </a:xfrm>
          <a:prstGeom prst="rect">
            <a:avLst/>
          </a:prstGeom>
        </p:spPr>
        <p:txBody>
          <a:bodyPr/>
          <a:lstStyle>
            <a:lvl1pPr marL="0" indent="0" algn="l" rtl="0" eaLnBrk="1" fontAlgn="base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>
                <a:schemeClr val="accent2"/>
              </a:buClr>
              <a:buSzPct val="110000"/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1pPr>
            <a:lvl2pPr marL="270000" indent="-264500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Pct val="110000"/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bg1"/>
                </a:solidFill>
                <a:latin typeface="+mj-lt"/>
                <a:ea typeface="ＭＳ Ｐゴシック" charset="0"/>
                <a:cs typeface="HelveticaNeueLT Std"/>
              </a:defRPr>
            </a:lvl2pPr>
            <a:lvl3pPr marL="468000" indent="-2268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2"/>
              </a:buClr>
              <a:buSzPct val="11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j-lt"/>
                <a:ea typeface="ＭＳ Ｐゴシック" charset="0"/>
                <a:cs typeface="HelveticaNeueLT Std"/>
              </a:defRPr>
            </a:lvl3pPr>
            <a:lvl4pPr marL="666000" indent="-2124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Arial" panose="020B0604020202020204" pitchFamily="34" charset="0"/>
              <a:buChar char="•"/>
              <a:tabLst/>
              <a:defRPr lang="en-US" sz="1400" kern="1200" dirty="0" smtClean="0">
                <a:solidFill>
                  <a:schemeClr val="bg1"/>
                </a:solidFill>
                <a:latin typeface="+mj-lt"/>
                <a:ea typeface="ＭＳ Ｐゴシック" charset="0"/>
                <a:cs typeface="HelveticaNeueLT Std"/>
              </a:defRPr>
            </a:lvl4pPr>
            <a:lvl5pPr marL="666000" indent="-2124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Arial" panose="020B0604020202020204" pitchFamily="34" charset="0"/>
              <a:buChar char="•"/>
              <a:tabLst/>
              <a:defRPr lang="en-US" sz="1400" kern="1200" dirty="0">
                <a:solidFill>
                  <a:schemeClr val="bg1"/>
                </a:solidFill>
                <a:latin typeface="+mj-lt"/>
                <a:ea typeface="ＭＳ Ｐゴシック" charset="0"/>
                <a:cs typeface="HelveticaNeueLT Std"/>
              </a:defRPr>
            </a:lvl5pPr>
            <a:lvl6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•"/>
              <a:tabLst/>
              <a:defRPr lang="en-US" sz="1400" kern="1200" dirty="0" smtClean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•"/>
              <a:tabLst/>
              <a:defRPr lang="en-US" sz="1400" kern="120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•"/>
              <a:defRPr lang="en-US" sz="1400" kern="1200" baseline="0" dirty="0" smtClean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•"/>
              <a:defRPr lang="en-US" sz="1400" kern="1200" baseline="0" dirty="0" smtClean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 defTabSz="1828709">
              <a:spcBef>
                <a:spcPts val="1600"/>
              </a:spcBef>
              <a:spcAft>
                <a:spcPts val="600"/>
              </a:spcAft>
              <a:buClr>
                <a:srgbClr val="1A69FF"/>
              </a:buClr>
            </a:pPr>
            <a:r>
              <a:rPr lang="en-US" sz="3600" dirty="0">
                <a:solidFill>
                  <a:srgbClr val="FFFFFF"/>
                </a:solidFill>
              </a:rPr>
              <a:t>Kamalraj Ramalingam</a:t>
            </a:r>
          </a:p>
        </p:txBody>
      </p:sp>
      <p:sp>
        <p:nvSpPr>
          <p:cNvPr id="11" name="Text Placeholder 68">
            <a:extLst>
              <a:ext uri="{FF2B5EF4-FFF2-40B4-BE49-F238E27FC236}">
                <a16:creationId xmlns:a16="http://schemas.microsoft.com/office/drawing/2014/main" id="{4FC93EA1-0E72-3448-90C3-F04F18442497}"/>
              </a:ext>
            </a:extLst>
          </p:cNvPr>
          <p:cNvSpPr txBox="1">
            <a:spLocks/>
          </p:cNvSpPr>
          <p:nvPr/>
        </p:nvSpPr>
        <p:spPr>
          <a:xfrm>
            <a:off x="4379092" y="11827895"/>
            <a:ext cx="102863" cy="665507"/>
          </a:xfrm>
          <a:prstGeom prst="rect">
            <a:avLst/>
          </a:prstGeom>
        </p:spPr>
        <p:txBody>
          <a:bodyPr/>
          <a:lstStyle>
            <a:lvl1pPr marL="0" indent="0" algn="l" rtl="0" eaLnBrk="1" fontAlgn="base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>
                <a:schemeClr val="accent2"/>
              </a:buClr>
              <a:buSzPct val="110000"/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1pPr>
            <a:lvl2pPr marL="270000" indent="-264500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Pct val="110000"/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bg1"/>
                </a:solidFill>
                <a:latin typeface="+mj-lt"/>
                <a:ea typeface="ＭＳ Ｐゴシック" charset="0"/>
                <a:cs typeface="HelveticaNeueLT Std"/>
              </a:defRPr>
            </a:lvl2pPr>
            <a:lvl3pPr marL="468000" indent="-2268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2"/>
              </a:buClr>
              <a:buSzPct val="11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j-lt"/>
                <a:ea typeface="ＭＳ Ｐゴシック" charset="0"/>
                <a:cs typeface="HelveticaNeueLT Std"/>
              </a:defRPr>
            </a:lvl3pPr>
            <a:lvl4pPr marL="666000" indent="-2124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Arial" panose="020B0604020202020204" pitchFamily="34" charset="0"/>
              <a:buChar char="•"/>
              <a:tabLst/>
              <a:defRPr lang="en-US" sz="1400" kern="1200" dirty="0" smtClean="0">
                <a:solidFill>
                  <a:schemeClr val="bg1"/>
                </a:solidFill>
                <a:latin typeface="+mj-lt"/>
                <a:ea typeface="ＭＳ Ｐゴシック" charset="0"/>
                <a:cs typeface="HelveticaNeueLT Std"/>
              </a:defRPr>
            </a:lvl4pPr>
            <a:lvl5pPr marL="666000" indent="-2124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Arial" panose="020B0604020202020204" pitchFamily="34" charset="0"/>
              <a:buChar char="•"/>
              <a:tabLst/>
              <a:defRPr lang="en-US" sz="1400" kern="1200" dirty="0">
                <a:solidFill>
                  <a:schemeClr val="bg1"/>
                </a:solidFill>
                <a:latin typeface="+mj-lt"/>
                <a:ea typeface="ＭＳ Ｐゴシック" charset="0"/>
                <a:cs typeface="HelveticaNeueLT Std"/>
              </a:defRPr>
            </a:lvl5pPr>
            <a:lvl6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•"/>
              <a:tabLst/>
              <a:defRPr lang="en-US" sz="1400" kern="1200" dirty="0" smtClean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•"/>
              <a:tabLst/>
              <a:defRPr lang="en-US" sz="1400" kern="120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•"/>
              <a:defRPr lang="en-US" sz="1400" kern="1200" baseline="0" dirty="0" smtClean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•"/>
              <a:defRPr lang="en-US" sz="1400" kern="1200" baseline="0" dirty="0" smtClean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 defTabSz="1828709">
              <a:spcBef>
                <a:spcPts val="1600"/>
              </a:spcBef>
              <a:spcAft>
                <a:spcPts val="600"/>
              </a:spcAft>
              <a:buClr>
                <a:srgbClr val="1A69FF"/>
              </a:buClr>
            </a:pPr>
            <a:r>
              <a:rPr lang="en-US" sz="3600" dirty="0">
                <a:solidFill>
                  <a:srgbClr val="FFFFFF"/>
                </a:solidFill>
              </a:rPr>
              <a:t>|</a:t>
            </a:r>
          </a:p>
        </p:txBody>
      </p:sp>
    </p:spTree>
    <p:extLst>
      <p:ext uri="{BB962C8B-B14F-4D97-AF65-F5344CB8AC3E}">
        <p14:creationId xmlns:p14="http://schemas.microsoft.com/office/powerpoint/2010/main" val="24590871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F86CE-95CB-CD4E-9818-4CA5285BB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016" y="305229"/>
            <a:ext cx="22179106" cy="1946149"/>
          </a:xfrm>
        </p:spPr>
        <p:txBody>
          <a:bodyPr/>
          <a:lstStyle/>
          <a:p>
            <a:r>
              <a:rPr lang="en-US" dirty="0"/>
              <a:t>OTDS Cloud-Native 25.4 - Architecture</a:t>
            </a:r>
          </a:p>
        </p:txBody>
      </p:sp>
      <p:sp>
        <p:nvSpPr>
          <p:cNvPr id="38" name="Flowchart: Alternate Process 37">
            <a:extLst>
              <a:ext uri="{FF2B5EF4-FFF2-40B4-BE49-F238E27FC236}">
                <a16:creationId xmlns:a16="http://schemas.microsoft.com/office/drawing/2014/main" id="{4FAB899C-71E1-4C96-91F1-3391F2B610B2}"/>
              </a:ext>
            </a:extLst>
          </p:cNvPr>
          <p:cNvSpPr/>
          <p:nvPr/>
        </p:nvSpPr>
        <p:spPr>
          <a:xfrm>
            <a:off x="18799977" y="2280695"/>
            <a:ext cx="5322290" cy="8628531"/>
          </a:xfrm>
          <a:prstGeom prst="flowChartAlternateProcess">
            <a:avLst/>
          </a:prstGeom>
          <a:solidFill>
            <a:srgbClr val="2E3C98">
              <a:alpha val="10000"/>
            </a:srgbClr>
          </a:solidFill>
          <a:ln w="12700" cap="flat" cmpd="sng" algn="ctr">
            <a:solidFill>
              <a:srgbClr val="4F3690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9" name="Flowchart: Alternate Process 38">
            <a:extLst>
              <a:ext uri="{FF2B5EF4-FFF2-40B4-BE49-F238E27FC236}">
                <a16:creationId xmlns:a16="http://schemas.microsoft.com/office/drawing/2014/main" id="{37E01D5B-33A6-444B-A869-AA0D34011A63}"/>
              </a:ext>
            </a:extLst>
          </p:cNvPr>
          <p:cNvSpPr/>
          <p:nvPr/>
        </p:nvSpPr>
        <p:spPr>
          <a:xfrm>
            <a:off x="205283" y="2280695"/>
            <a:ext cx="18343974" cy="8628531"/>
          </a:xfrm>
          <a:prstGeom prst="flowChartAlternateProcess">
            <a:avLst/>
          </a:prstGeom>
          <a:solidFill>
            <a:srgbClr val="2E3C98">
              <a:alpha val="10000"/>
            </a:srgbClr>
          </a:solidFill>
          <a:ln w="12700" cap="flat" cmpd="sng" algn="ctr">
            <a:solidFill>
              <a:srgbClr val="4F3690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2EC7B4A-197A-4B8A-B89B-1D16D04A90D9}"/>
              </a:ext>
            </a:extLst>
          </p:cNvPr>
          <p:cNvSpPr/>
          <p:nvPr/>
        </p:nvSpPr>
        <p:spPr>
          <a:xfrm rot="16200000">
            <a:off x="6486517" y="5673194"/>
            <a:ext cx="2369617" cy="650031"/>
          </a:xfrm>
          <a:prstGeom prst="rect">
            <a:avLst/>
          </a:prstGeom>
          <a:solidFill>
            <a:srgbClr val="00B8BA">
              <a:lumMod val="75000"/>
              <a:alpha val="90000"/>
            </a:srgbClr>
          </a:solidFill>
          <a:ln w="12700" cap="flat" cmpd="sng" algn="ctr">
            <a:solidFill>
              <a:srgbClr val="4F3690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NGINX  </a:t>
            </a:r>
            <a:r>
              <a:rPr kumimoji="0" lang="fr-FR" sz="1800" b="1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Ingress</a:t>
            </a:r>
            <a:r>
              <a:rPr lang="fr-FR" b="1" kern="0" noProof="0" dirty="0">
                <a:solidFill>
                  <a:srgbClr val="FFFFFF"/>
                </a:solidFill>
                <a:latin typeface="Arial" panose="020B0604020202020204"/>
              </a:rPr>
              <a:t> / HA Proxy</a:t>
            </a:r>
            <a:endParaRPr kumimoji="0" lang="fr-FR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A14FCB8-AFFE-4E25-9860-623C98185AF4}"/>
              </a:ext>
            </a:extLst>
          </p:cNvPr>
          <p:cNvSpPr/>
          <p:nvPr/>
        </p:nvSpPr>
        <p:spPr>
          <a:xfrm>
            <a:off x="8453538" y="4779011"/>
            <a:ext cx="4911795" cy="2179997"/>
          </a:xfrm>
          <a:prstGeom prst="rect">
            <a:avLst/>
          </a:prstGeom>
          <a:noFill/>
          <a:ln w="12700" cap="flat" cmpd="sng" algn="ctr">
            <a:solidFill>
              <a:srgbClr val="2E3C98"/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1E19407-AA98-438E-B0EA-148F2AE005C6}"/>
              </a:ext>
            </a:extLst>
          </p:cNvPr>
          <p:cNvSpPr/>
          <p:nvPr/>
        </p:nvSpPr>
        <p:spPr>
          <a:xfrm>
            <a:off x="522519" y="4513180"/>
            <a:ext cx="6083558" cy="4181048"/>
          </a:xfrm>
          <a:prstGeom prst="rect">
            <a:avLst/>
          </a:prstGeom>
          <a:noFill/>
          <a:ln w="12700" cap="flat" cmpd="sng" algn="ctr">
            <a:solidFill>
              <a:srgbClr val="2E3C98"/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6471779-4708-42FC-BB81-449D9A380B44}"/>
              </a:ext>
            </a:extLst>
          </p:cNvPr>
          <p:cNvSpPr/>
          <p:nvPr/>
        </p:nvSpPr>
        <p:spPr>
          <a:xfrm>
            <a:off x="3947212" y="4779012"/>
            <a:ext cx="2369617" cy="650031"/>
          </a:xfrm>
          <a:prstGeom prst="rect">
            <a:avLst/>
          </a:prstGeom>
          <a:solidFill>
            <a:srgbClr val="00B8BA">
              <a:lumMod val="75000"/>
              <a:alpha val="90000"/>
            </a:srgbClr>
          </a:solidFill>
          <a:ln w="12700" cap="flat" cmpd="sng" algn="ctr">
            <a:solidFill>
              <a:srgbClr val="4F3690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IdP</a:t>
            </a:r>
            <a:endParaRPr kumimoji="0" lang="fr-FR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C646062-1ED0-4556-9C0E-543BC387A897}"/>
              </a:ext>
            </a:extLst>
          </p:cNvPr>
          <p:cNvSpPr txBox="1"/>
          <p:nvPr/>
        </p:nvSpPr>
        <p:spPr>
          <a:xfrm>
            <a:off x="765115" y="8209478"/>
            <a:ext cx="3403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External </a:t>
            </a:r>
            <a:r>
              <a:rPr kumimoji="0" lang="fr-FR" sz="18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Systems</a:t>
            </a:r>
            <a:r>
              <a:rPr kumimoji="0" lang="fr-FR" sz="1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/Applications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0C28E07F-65F3-4ABF-AB3F-9E80A3A785BB}"/>
              </a:ext>
            </a:extLst>
          </p:cNvPr>
          <p:cNvGrpSpPr/>
          <p:nvPr/>
        </p:nvGrpSpPr>
        <p:grpSpPr>
          <a:xfrm>
            <a:off x="6964539" y="4513179"/>
            <a:ext cx="7451549" cy="4857411"/>
            <a:chOff x="6964539" y="4505133"/>
            <a:chExt cx="11248819" cy="6686751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F055DEF7-FB7D-4D40-A0A7-173AF2A4BC92}"/>
                </a:ext>
              </a:extLst>
            </p:cNvPr>
            <p:cNvSpPr/>
            <p:nvPr/>
          </p:nvSpPr>
          <p:spPr>
            <a:xfrm>
              <a:off x="6964539" y="4505133"/>
              <a:ext cx="11248819" cy="6679067"/>
            </a:xfrm>
            <a:prstGeom prst="rect">
              <a:avLst/>
            </a:prstGeom>
            <a:noFill/>
            <a:ln w="12700" cap="flat" cmpd="sng" algn="ctr">
              <a:solidFill>
                <a:srgbClr val="2E3C98"/>
              </a:solidFill>
              <a:prstDash val="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7C454DFE-A298-40FD-8D26-9D90E074EC1B}"/>
                </a:ext>
              </a:extLst>
            </p:cNvPr>
            <p:cNvSpPr txBox="1"/>
            <p:nvPr/>
          </p:nvSpPr>
          <p:spPr>
            <a:xfrm>
              <a:off x="7038390" y="10683459"/>
              <a:ext cx="5912263" cy="5084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800" b="0" i="1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Kubernetes</a:t>
              </a:r>
              <a:r>
                <a:rPr kumimoji="0" lang="fr-FR" sz="18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 / </a:t>
              </a:r>
              <a:r>
                <a:rPr kumimoji="0" lang="fr-FR" sz="1800" b="0" i="1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OpenShift</a:t>
              </a:r>
              <a:r>
                <a:rPr kumimoji="0" lang="fr-FR" sz="18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 </a:t>
              </a:r>
              <a:r>
                <a:rPr lang="fr-FR" i="1" kern="0" dirty="0">
                  <a:solidFill>
                    <a:srgbClr val="000000"/>
                  </a:solidFill>
                </a:rPr>
                <a:t>E</a:t>
              </a:r>
              <a:r>
                <a:rPr kumimoji="0" lang="fr-FR" sz="1800" b="0" i="1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nvironment</a:t>
              </a:r>
              <a:endParaRPr kumimoji="0" lang="fr-FR" sz="1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</p:grp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C48F035F-D798-4015-807D-10D79529251D}"/>
              </a:ext>
            </a:extLst>
          </p:cNvPr>
          <p:cNvCxnSpPr>
            <a:cxnSpLocks/>
          </p:cNvCxnSpPr>
          <p:nvPr/>
        </p:nvCxnSpPr>
        <p:spPr>
          <a:xfrm flipH="1">
            <a:off x="6314508" y="5164671"/>
            <a:ext cx="1079239" cy="0"/>
          </a:xfrm>
          <a:prstGeom prst="straightConnector1">
            <a:avLst/>
          </a:prstGeom>
          <a:noFill/>
          <a:ln w="28575" cap="flat" cmpd="sng" algn="ctr">
            <a:solidFill>
              <a:srgbClr val="0070C0"/>
            </a:solidFill>
            <a:prstDash val="solid"/>
            <a:miter lim="800000"/>
            <a:headEnd type="triangle" w="lg" len="med"/>
            <a:tailEnd type="triangle" w="lg" len="med"/>
          </a:ln>
          <a:effectLst/>
        </p:spPr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3B51F725-EC6C-4708-81B8-DAF3A496D638}"/>
              </a:ext>
            </a:extLst>
          </p:cNvPr>
          <p:cNvSpPr txBox="1"/>
          <p:nvPr/>
        </p:nvSpPr>
        <p:spPr>
          <a:xfrm>
            <a:off x="19164791" y="2791668"/>
            <a:ext cx="48044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B58"/>
              </a:buClr>
              <a:buSzTx/>
              <a:buFontTx/>
              <a:buNone/>
              <a:tabLst/>
              <a:defRPr/>
            </a:pPr>
            <a:r>
              <a:rPr kumimoji="0" lang="fr-FR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OTDS Docker images</a:t>
            </a:r>
          </a:p>
          <a:p>
            <a:pPr marL="457200" marR="0" lvl="0" indent="-4572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B5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otdsws</a:t>
            </a:r>
            <a:r>
              <a:rPr kumimoji="0" lang="fr-F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C2CD549-A386-46A8-8392-6091BB579204}"/>
              </a:ext>
            </a:extLst>
          </p:cNvPr>
          <p:cNvSpPr txBox="1"/>
          <p:nvPr/>
        </p:nvSpPr>
        <p:spPr>
          <a:xfrm>
            <a:off x="19080384" y="4393140"/>
            <a:ext cx="4804467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B58"/>
              </a:buClr>
              <a:buSzTx/>
              <a:buFontTx/>
              <a:buNone/>
              <a:tabLst/>
              <a:defRPr/>
            </a:pPr>
            <a:r>
              <a:rPr kumimoji="0" lang="fr-FR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Pre-</a:t>
            </a:r>
            <a:r>
              <a:rPr kumimoji="0" lang="fr-FR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req</a:t>
            </a:r>
            <a:r>
              <a:rPr kumimoji="0" lang="fr-FR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images and software</a:t>
            </a:r>
          </a:p>
          <a:p>
            <a:pPr marL="457200" marR="0" lvl="0" indent="-4572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B5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Kubernetes (pod orchestration)</a:t>
            </a:r>
          </a:p>
          <a:p>
            <a:pPr marL="457200" lvl="0" indent="-457200" defTabSz="914400">
              <a:buClr>
                <a:srgbClr val="111B58"/>
              </a:buClr>
              <a:buFont typeface="Arial" panose="020B0604020202020204" pitchFamily="34" charset="0"/>
              <a:buChar char="•"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NGINX Ingress Controller (pod</a:t>
            </a:r>
            <a:r>
              <a:rPr lang="en-US" kern="0" dirty="0">
                <a:solidFill>
                  <a:srgbClr val="000000"/>
                </a:solidFill>
              </a:rPr>
              <a:t>) – NA for OpenShift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0DAE837-2392-491F-8883-A5FBD74E7046}"/>
              </a:ext>
            </a:extLst>
          </p:cNvPr>
          <p:cNvSpPr txBox="1"/>
          <p:nvPr/>
        </p:nvSpPr>
        <p:spPr>
          <a:xfrm>
            <a:off x="19164791" y="6342615"/>
            <a:ext cx="48044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B58"/>
              </a:buClr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HELM Charts</a:t>
            </a:r>
          </a:p>
          <a:p>
            <a:pPr marL="457200" marR="0" lvl="0" indent="-4572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B5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OTDS (otds-25.4.x.tgz)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6B919B6-ECFF-4811-99EF-A393527D2573}"/>
              </a:ext>
            </a:extLst>
          </p:cNvPr>
          <p:cNvSpPr/>
          <p:nvPr/>
        </p:nvSpPr>
        <p:spPr>
          <a:xfrm>
            <a:off x="9839402" y="5114916"/>
            <a:ext cx="2154197" cy="1356529"/>
          </a:xfrm>
          <a:prstGeom prst="rect">
            <a:avLst/>
          </a:prstGeom>
          <a:solidFill>
            <a:srgbClr val="2E3C98">
              <a:alpha val="90000"/>
            </a:srgbClr>
          </a:solidFill>
          <a:ln w="12700" cap="flat" cmpd="sng" algn="ctr">
            <a:solidFill>
              <a:srgbClr val="4F3690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otdsws</a:t>
            </a:r>
            <a:endParaRPr kumimoji="0" lang="fr-FR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01C79D4-C4E6-4EB2-BF8D-BD5CFDE530B8}"/>
              </a:ext>
            </a:extLst>
          </p:cNvPr>
          <p:cNvSpPr/>
          <p:nvPr/>
        </p:nvSpPr>
        <p:spPr>
          <a:xfrm>
            <a:off x="3880145" y="6193325"/>
            <a:ext cx="2369617" cy="1266347"/>
          </a:xfrm>
          <a:prstGeom prst="rect">
            <a:avLst/>
          </a:prstGeom>
          <a:solidFill>
            <a:srgbClr val="00B8BA">
              <a:lumMod val="75000"/>
              <a:alpha val="90000"/>
            </a:srgbClr>
          </a:solidFill>
          <a:ln w="12700" cap="flat" cmpd="sng" algn="ctr">
            <a:solidFill>
              <a:srgbClr val="4F3690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Applications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(ECM, Exstream Runtime and Desktop Apps)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6FB0F27C-7D39-477B-A17D-260A90478A96}"/>
              </a:ext>
            </a:extLst>
          </p:cNvPr>
          <p:cNvCxnSpPr>
            <a:cxnSpLocks/>
          </p:cNvCxnSpPr>
          <p:nvPr/>
        </p:nvCxnSpPr>
        <p:spPr>
          <a:xfrm flipH="1">
            <a:off x="6267071" y="6860211"/>
            <a:ext cx="1079239" cy="0"/>
          </a:xfrm>
          <a:prstGeom prst="straightConnector1">
            <a:avLst/>
          </a:prstGeom>
          <a:noFill/>
          <a:ln w="28575" cap="flat" cmpd="sng" algn="ctr">
            <a:solidFill>
              <a:srgbClr val="0070C0"/>
            </a:solidFill>
            <a:prstDash val="solid"/>
            <a:miter lim="800000"/>
            <a:headEnd type="triangle" w="lg" len="med"/>
            <a:tailEnd type="triangle" w="lg" len="med"/>
          </a:ln>
          <a:effectLst/>
        </p:spPr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CB1293EF-AAF7-4E38-AE25-23127C755432}"/>
              </a:ext>
            </a:extLst>
          </p:cNvPr>
          <p:cNvSpPr txBox="1"/>
          <p:nvPr/>
        </p:nvSpPr>
        <p:spPr>
          <a:xfrm>
            <a:off x="19080383" y="7486323"/>
            <a:ext cx="480446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B58"/>
              </a:buClr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Images Tags</a:t>
            </a:r>
          </a:p>
          <a:p>
            <a:pPr lvl="0" defTabSz="914400">
              <a:buClr>
                <a:srgbClr val="111B58"/>
              </a:buClr>
              <a:defRPr/>
            </a:pPr>
            <a:r>
              <a:rPr lang="en-US" kern="0" dirty="0">
                <a:solidFill>
                  <a:srgbClr val="000000"/>
                </a:solidFill>
              </a:rPr>
              <a:t>Refer the latest chart values </a:t>
            </a:r>
            <a:r>
              <a:rPr lang="en-US" kern="0" dirty="0" err="1">
                <a:solidFill>
                  <a:srgbClr val="000000"/>
                </a:solidFill>
              </a:rPr>
              <a:t>yaml</a:t>
            </a:r>
            <a:r>
              <a:rPr lang="en-US" kern="0" dirty="0">
                <a:solidFill>
                  <a:srgbClr val="000000"/>
                </a:solidFill>
              </a:rPr>
              <a:t> or install planning guide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21166870-6FFB-4849-9DED-CF6971BAA8D3}"/>
              </a:ext>
            </a:extLst>
          </p:cNvPr>
          <p:cNvGrpSpPr/>
          <p:nvPr/>
        </p:nvGrpSpPr>
        <p:grpSpPr>
          <a:xfrm>
            <a:off x="9656727" y="2468192"/>
            <a:ext cx="2505416" cy="1851049"/>
            <a:chOff x="-11730157" y="2457837"/>
            <a:chExt cx="9479902" cy="2151919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6251E89C-20C7-4303-8A8C-F85E2E1D7F7C}"/>
                </a:ext>
              </a:extLst>
            </p:cNvPr>
            <p:cNvSpPr/>
            <p:nvPr/>
          </p:nvSpPr>
          <p:spPr>
            <a:xfrm>
              <a:off x="-11730157" y="2471492"/>
              <a:ext cx="9479902" cy="2138264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solidFill>
                <a:srgbClr val="2E3C98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D9970EB7-8B2B-4A63-B037-979582DFEC10}"/>
                </a:ext>
              </a:extLst>
            </p:cNvPr>
            <p:cNvSpPr txBox="1"/>
            <p:nvPr/>
          </p:nvSpPr>
          <p:spPr>
            <a:xfrm>
              <a:off x="-10905883" y="2457837"/>
              <a:ext cx="20826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800" b="0" i="1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Database</a:t>
              </a:r>
              <a:r>
                <a:rPr kumimoji="0" lang="fr-FR" sz="18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 services</a:t>
              </a:r>
            </a:p>
          </p:txBody>
        </p:sp>
      </p:grpSp>
      <p:sp>
        <p:nvSpPr>
          <p:cNvPr id="59" name="Flowchart: Magnetic Disk 58">
            <a:extLst>
              <a:ext uri="{FF2B5EF4-FFF2-40B4-BE49-F238E27FC236}">
                <a16:creationId xmlns:a16="http://schemas.microsoft.com/office/drawing/2014/main" id="{82643367-7CDC-468F-828E-C6742D6DD47F}"/>
              </a:ext>
            </a:extLst>
          </p:cNvPr>
          <p:cNvSpPr/>
          <p:nvPr/>
        </p:nvSpPr>
        <p:spPr>
          <a:xfrm>
            <a:off x="10517549" y="3486716"/>
            <a:ext cx="783771" cy="749562"/>
          </a:xfrm>
          <a:prstGeom prst="flowChartMagneticDisk">
            <a:avLst/>
          </a:prstGeom>
          <a:solidFill>
            <a:srgbClr val="FFFFFF"/>
          </a:solidFill>
          <a:ln w="25400" cap="flat" cmpd="sng" algn="ctr">
            <a:solidFill>
              <a:srgbClr val="2E3C98">
                <a:alpha val="9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38E4A8B-692B-483D-9AFB-5A615DB03368}"/>
              </a:ext>
            </a:extLst>
          </p:cNvPr>
          <p:cNvSpPr txBox="1"/>
          <p:nvPr/>
        </p:nvSpPr>
        <p:spPr>
          <a:xfrm>
            <a:off x="10343024" y="2852770"/>
            <a:ext cx="11328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0" i="0" u="none" strike="noStrike" kern="0" cap="none" spc="0" normalizeH="0" baseline="0" noProof="0" dirty="0">
                <a:ln>
                  <a:noFill/>
                </a:ln>
                <a:solidFill>
                  <a:srgbClr val="2E3C98"/>
                </a:solidFill>
                <a:effectLst/>
                <a:uLnTx/>
                <a:uFillTx/>
              </a:rPr>
              <a:t>OTDS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0" i="0" u="none" strike="noStrike" kern="0" cap="none" spc="0" normalizeH="0" baseline="0" noProof="0" dirty="0" err="1">
                <a:ln>
                  <a:noFill/>
                </a:ln>
                <a:solidFill>
                  <a:srgbClr val="2E3C98"/>
                </a:solidFill>
                <a:effectLst/>
                <a:uLnTx/>
                <a:uFillTx/>
              </a:rPr>
              <a:t>database</a:t>
            </a:r>
            <a:endParaRPr kumimoji="0" lang="fr-FR" sz="1600" b="0" i="0" u="none" strike="noStrike" kern="0" cap="none" spc="0" normalizeH="0" baseline="0" noProof="0" dirty="0">
              <a:ln>
                <a:noFill/>
              </a:ln>
              <a:solidFill>
                <a:srgbClr val="2E3C98"/>
              </a:solidFill>
              <a:effectLst/>
              <a:uLnTx/>
              <a:uFillTx/>
            </a:endParaRP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82CB8AA5-5F89-40D8-8F31-A76ABA4ED8F9}"/>
              </a:ext>
            </a:extLst>
          </p:cNvPr>
          <p:cNvCxnSpPr>
            <a:cxnSpLocks/>
            <a:stCxn id="59" idx="3"/>
            <a:endCxn id="52" idx="0"/>
          </p:cNvCxnSpPr>
          <p:nvPr/>
        </p:nvCxnSpPr>
        <p:spPr>
          <a:xfrm>
            <a:off x="10909435" y="4236278"/>
            <a:ext cx="7066" cy="878638"/>
          </a:xfrm>
          <a:prstGeom prst="straightConnector1">
            <a:avLst/>
          </a:prstGeom>
          <a:noFill/>
          <a:ln w="28575" cap="flat" cmpd="sng" algn="ctr">
            <a:solidFill>
              <a:srgbClr val="0070C0"/>
            </a:solidFill>
            <a:prstDash val="solid"/>
            <a:miter lim="800000"/>
            <a:headEnd type="triangle" w="lg" len="med"/>
            <a:tailEnd type="triangle" w="lg" len="med"/>
          </a:ln>
          <a:effectLst/>
        </p:spPr>
      </p:cxn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05CFE2C-88B9-4E69-8455-678BDB0B1F3F}"/>
              </a:ext>
            </a:extLst>
          </p:cNvPr>
          <p:cNvGrpSpPr/>
          <p:nvPr/>
        </p:nvGrpSpPr>
        <p:grpSpPr>
          <a:xfrm>
            <a:off x="2445963" y="9719443"/>
            <a:ext cx="3478191" cy="844511"/>
            <a:chOff x="8081648" y="3821448"/>
            <a:chExt cx="3478191" cy="844511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473DDD84-2A0A-4F13-9F90-BD14B02B57B2}"/>
                </a:ext>
              </a:extLst>
            </p:cNvPr>
            <p:cNvSpPr/>
            <p:nvPr/>
          </p:nvSpPr>
          <p:spPr>
            <a:xfrm>
              <a:off x="8081648" y="3821448"/>
              <a:ext cx="3478191" cy="844511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solidFill>
                <a:srgbClr val="2E3C98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     </a:t>
              </a:r>
              <a:r>
                <a:rPr kumimoji="0" lang="fr-FR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2E3C98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Bastion Host</a:t>
              </a:r>
              <a:br>
                <a:rPr kumimoji="0" lang="fr-FR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2E3C98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</a:br>
              <a:r>
                <a:rPr kumimoji="0" lang="fr-FR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2E3C98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  </a:t>
              </a:r>
              <a:r>
                <a:rPr kumimoji="0" lang="fr-FR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2E3C98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(k8s / oc, </a:t>
              </a:r>
              <a:r>
                <a:rPr kumimoji="0" lang="fr-FR" sz="20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2E3C98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helm</a:t>
              </a:r>
              <a:r>
                <a:rPr kumimoji="0" lang="fr-FR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2E3C98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 CLI)</a:t>
              </a:r>
              <a:endParaRPr kumimoji="0" lang="fr-FR" sz="1800" b="0" i="0" u="none" strike="noStrike" kern="0" cap="none" spc="0" normalizeH="0" baseline="0" noProof="0" dirty="0">
                <a:ln>
                  <a:noFill/>
                </a:ln>
                <a:solidFill>
                  <a:srgbClr val="2E3C9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9" name="Freeform: Shape 19">
              <a:extLst>
                <a:ext uri="{FF2B5EF4-FFF2-40B4-BE49-F238E27FC236}">
                  <a16:creationId xmlns:a16="http://schemas.microsoft.com/office/drawing/2014/main" id="{B228E818-8F1C-43A7-A693-90FE0505992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836609" y="3905029"/>
              <a:ext cx="524843" cy="7200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723" h="5107">
                  <a:moveTo>
                    <a:pt x="955" y="2752"/>
                  </a:moveTo>
                  <a:lnTo>
                    <a:pt x="780" y="2752"/>
                  </a:lnTo>
                  <a:cubicBezTo>
                    <a:pt x="350" y="2752"/>
                    <a:pt x="0" y="3102"/>
                    <a:pt x="0" y="3532"/>
                  </a:cubicBezTo>
                  <a:lnTo>
                    <a:pt x="0" y="4598"/>
                  </a:lnTo>
                  <a:cubicBezTo>
                    <a:pt x="0" y="4645"/>
                    <a:pt x="32" y="4677"/>
                    <a:pt x="80" y="4677"/>
                  </a:cubicBezTo>
                  <a:lnTo>
                    <a:pt x="1655" y="4677"/>
                  </a:lnTo>
                  <a:cubicBezTo>
                    <a:pt x="1687" y="4677"/>
                    <a:pt x="1734" y="4645"/>
                    <a:pt x="1734" y="4598"/>
                  </a:cubicBezTo>
                  <a:lnTo>
                    <a:pt x="1734" y="3532"/>
                  </a:lnTo>
                  <a:cubicBezTo>
                    <a:pt x="1734" y="3325"/>
                    <a:pt x="1639" y="3134"/>
                    <a:pt x="1512" y="2991"/>
                  </a:cubicBezTo>
                  <a:lnTo>
                    <a:pt x="2514" y="2991"/>
                  </a:lnTo>
                  <a:cubicBezTo>
                    <a:pt x="2609" y="3071"/>
                    <a:pt x="2721" y="3118"/>
                    <a:pt x="2864" y="3118"/>
                  </a:cubicBezTo>
                  <a:cubicBezTo>
                    <a:pt x="3134" y="3118"/>
                    <a:pt x="3373" y="2896"/>
                    <a:pt x="3373" y="2625"/>
                  </a:cubicBezTo>
                  <a:cubicBezTo>
                    <a:pt x="3373" y="2339"/>
                    <a:pt x="3134" y="2116"/>
                    <a:pt x="2864" y="2116"/>
                  </a:cubicBezTo>
                  <a:cubicBezTo>
                    <a:pt x="2800" y="2116"/>
                    <a:pt x="2737" y="2132"/>
                    <a:pt x="2689" y="2148"/>
                  </a:cubicBezTo>
                  <a:lnTo>
                    <a:pt x="2689" y="1845"/>
                  </a:lnTo>
                  <a:cubicBezTo>
                    <a:pt x="2689" y="1416"/>
                    <a:pt x="2339" y="1066"/>
                    <a:pt x="1909" y="1066"/>
                  </a:cubicBezTo>
                  <a:lnTo>
                    <a:pt x="1750" y="1066"/>
                  </a:lnTo>
                  <a:cubicBezTo>
                    <a:pt x="1369" y="1066"/>
                    <a:pt x="1050" y="1336"/>
                    <a:pt x="987" y="1702"/>
                  </a:cubicBezTo>
                  <a:cubicBezTo>
                    <a:pt x="939" y="1686"/>
                    <a:pt x="907" y="1686"/>
                    <a:pt x="859" y="1686"/>
                  </a:cubicBezTo>
                  <a:cubicBezTo>
                    <a:pt x="589" y="1686"/>
                    <a:pt x="366" y="1909"/>
                    <a:pt x="366" y="2195"/>
                  </a:cubicBezTo>
                  <a:cubicBezTo>
                    <a:pt x="366" y="2466"/>
                    <a:pt x="589" y="2689"/>
                    <a:pt x="859" y="2689"/>
                  </a:cubicBezTo>
                  <a:lnTo>
                    <a:pt x="970" y="2689"/>
                  </a:lnTo>
                  <a:lnTo>
                    <a:pt x="970" y="2752"/>
                  </a:lnTo>
                  <a:close/>
                  <a:moveTo>
                    <a:pt x="1575" y="4518"/>
                  </a:moveTo>
                  <a:lnTo>
                    <a:pt x="159" y="4518"/>
                  </a:lnTo>
                  <a:lnTo>
                    <a:pt x="159" y="3532"/>
                  </a:lnTo>
                  <a:cubicBezTo>
                    <a:pt x="159" y="3198"/>
                    <a:pt x="446" y="2911"/>
                    <a:pt x="780" y="2911"/>
                  </a:cubicBezTo>
                  <a:lnTo>
                    <a:pt x="955" y="2911"/>
                  </a:lnTo>
                  <a:cubicBezTo>
                    <a:pt x="1289" y="2911"/>
                    <a:pt x="1575" y="3198"/>
                    <a:pt x="1575" y="3532"/>
                  </a:cubicBezTo>
                  <a:close/>
                  <a:moveTo>
                    <a:pt x="3214" y="2625"/>
                  </a:moveTo>
                  <a:cubicBezTo>
                    <a:pt x="3214" y="2816"/>
                    <a:pt x="3055" y="2959"/>
                    <a:pt x="2864" y="2959"/>
                  </a:cubicBezTo>
                  <a:cubicBezTo>
                    <a:pt x="2673" y="2959"/>
                    <a:pt x="2514" y="2816"/>
                    <a:pt x="2514" y="2625"/>
                  </a:cubicBezTo>
                  <a:cubicBezTo>
                    <a:pt x="2514" y="2434"/>
                    <a:pt x="2673" y="2275"/>
                    <a:pt x="2864" y="2275"/>
                  </a:cubicBezTo>
                  <a:cubicBezTo>
                    <a:pt x="3055" y="2275"/>
                    <a:pt x="3214" y="2434"/>
                    <a:pt x="3214" y="2625"/>
                  </a:cubicBezTo>
                  <a:close/>
                  <a:moveTo>
                    <a:pt x="525" y="2195"/>
                  </a:moveTo>
                  <a:cubicBezTo>
                    <a:pt x="525" y="2005"/>
                    <a:pt x="669" y="1845"/>
                    <a:pt x="859" y="1845"/>
                  </a:cubicBezTo>
                  <a:cubicBezTo>
                    <a:pt x="1050" y="1845"/>
                    <a:pt x="1209" y="2005"/>
                    <a:pt x="1209" y="2195"/>
                  </a:cubicBezTo>
                  <a:cubicBezTo>
                    <a:pt x="1209" y="2386"/>
                    <a:pt x="1050" y="2529"/>
                    <a:pt x="859" y="2529"/>
                  </a:cubicBezTo>
                  <a:cubicBezTo>
                    <a:pt x="669" y="2529"/>
                    <a:pt x="525" y="2386"/>
                    <a:pt x="525" y="2195"/>
                  </a:cubicBezTo>
                  <a:close/>
                  <a:moveTo>
                    <a:pt x="1130" y="2625"/>
                  </a:moveTo>
                  <a:cubicBezTo>
                    <a:pt x="1273" y="2529"/>
                    <a:pt x="1369" y="2371"/>
                    <a:pt x="1369" y="2195"/>
                  </a:cubicBezTo>
                  <a:cubicBezTo>
                    <a:pt x="1369" y="2005"/>
                    <a:pt x="1273" y="1845"/>
                    <a:pt x="1130" y="1766"/>
                  </a:cubicBezTo>
                  <a:cubicBezTo>
                    <a:pt x="1178" y="1448"/>
                    <a:pt x="1432" y="1225"/>
                    <a:pt x="1750" y="1225"/>
                  </a:cubicBezTo>
                  <a:lnTo>
                    <a:pt x="1909" y="1225"/>
                  </a:lnTo>
                  <a:cubicBezTo>
                    <a:pt x="2260" y="1225"/>
                    <a:pt x="2530" y="1511"/>
                    <a:pt x="2530" y="1845"/>
                  </a:cubicBezTo>
                  <a:lnTo>
                    <a:pt x="2530" y="2243"/>
                  </a:lnTo>
                  <a:cubicBezTo>
                    <a:pt x="2418" y="2323"/>
                    <a:pt x="2355" y="2466"/>
                    <a:pt x="2355" y="2625"/>
                  </a:cubicBezTo>
                  <a:cubicBezTo>
                    <a:pt x="2355" y="2689"/>
                    <a:pt x="2371" y="2768"/>
                    <a:pt x="2403" y="2832"/>
                  </a:cubicBezTo>
                  <a:lnTo>
                    <a:pt x="1289" y="2832"/>
                  </a:lnTo>
                  <a:cubicBezTo>
                    <a:pt x="1241" y="2800"/>
                    <a:pt x="1178" y="2784"/>
                    <a:pt x="1130" y="2768"/>
                  </a:cubicBezTo>
                  <a:close/>
                  <a:moveTo>
                    <a:pt x="2339" y="493"/>
                  </a:moveTo>
                  <a:cubicBezTo>
                    <a:pt x="2339" y="223"/>
                    <a:pt x="2100" y="0"/>
                    <a:pt x="1830" y="0"/>
                  </a:cubicBezTo>
                  <a:cubicBezTo>
                    <a:pt x="1543" y="0"/>
                    <a:pt x="1321" y="223"/>
                    <a:pt x="1321" y="493"/>
                  </a:cubicBezTo>
                  <a:cubicBezTo>
                    <a:pt x="1321" y="780"/>
                    <a:pt x="1543" y="1002"/>
                    <a:pt x="1830" y="1002"/>
                  </a:cubicBezTo>
                  <a:cubicBezTo>
                    <a:pt x="2100" y="1002"/>
                    <a:pt x="2339" y="780"/>
                    <a:pt x="2339" y="493"/>
                  </a:cubicBezTo>
                  <a:close/>
                  <a:moveTo>
                    <a:pt x="1480" y="493"/>
                  </a:moveTo>
                  <a:cubicBezTo>
                    <a:pt x="1480" y="302"/>
                    <a:pt x="1639" y="159"/>
                    <a:pt x="1830" y="159"/>
                  </a:cubicBezTo>
                  <a:cubicBezTo>
                    <a:pt x="2021" y="159"/>
                    <a:pt x="2180" y="302"/>
                    <a:pt x="2180" y="493"/>
                  </a:cubicBezTo>
                  <a:cubicBezTo>
                    <a:pt x="2180" y="684"/>
                    <a:pt x="2021" y="843"/>
                    <a:pt x="1830" y="843"/>
                  </a:cubicBezTo>
                  <a:cubicBezTo>
                    <a:pt x="1639" y="843"/>
                    <a:pt x="1480" y="684"/>
                    <a:pt x="1480" y="493"/>
                  </a:cubicBezTo>
                  <a:close/>
                  <a:moveTo>
                    <a:pt x="2784" y="3182"/>
                  </a:moveTo>
                  <a:cubicBezTo>
                    <a:pt x="2355" y="3182"/>
                    <a:pt x="2005" y="3532"/>
                    <a:pt x="2005" y="3962"/>
                  </a:cubicBezTo>
                  <a:lnTo>
                    <a:pt x="2005" y="5027"/>
                  </a:lnTo>
                  <a:cubicBezTo>
                    <a:pt x="2005" y="5075"/>
                    <a:pt x="2037" y="5107"/>
                    <a:pt x="2084" y="5107"/>
                  </a:cubicBezTo>
                  <a:lnTo>
                    <a:pt x="3643" y="5107"/>
                  </a:lnTo>
                  <a:cubicBezTo>
                    <a:pt x="3691" y="5107"/>
                    <a:pt x="3723" y="5075"/>
                    <a:pt x="3723" y="5027"/>
                  </a:cubicBezTo>
                  <a:lnTo>
                    <a:pt x="3723" y="3962"/>
                  </a:lnTo>
                  <a:cubicBezTo>
                    <a:pt x="3723" y="3532"/>
                    <a:pt x="3373" y="3182"/>
                    <a:pt x="2943" y="3182"/>
                  </a:cubicBezTo>
                  <a:close/>
                  <a:moveTo>
                    <a:pt x="3564" y="3962"/>
                  </a:moveTo>
                  <a:lnTo>
                    <a:pt x="3564" y="4948"/>
                  </a:lnTo>
                  <a:lnTo>
                    <a:pt x="2164" y="4948"/>
                  </a:lnTo>
                  <a:lnTo>
                    <a:pt x="2164" y="3962"/>
                  </a:lnTo>
                  <a:cubicBezTo>
                    <a:pt x="2164" y="3627"/>
                    <a:pt x="2434" y="3341"/>
                    <a:pt x="2784" y="3341"/>
                  </a:cubicBezTo>
                  <a:lnTo>
                    <a:pt x="2943" y="3341"/>
                  </a:lnTo>
                  <a:cubicBezTo>
                    <a:pt x="3278" y="3341"/>
                    <a:pt x="3564" y="3627"/>
                    <a:pt x="3564" y="3962"/>
                  </a:cubicBezTo>
                  <a:close/>
                </a:path>
              </a:pathLst>
            </a:custGeom>
            <a:solidFill>
              <a:srgbClr val="2E3C98"/>
            </a:solidFill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defTabSz="91440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SimSun" pitchFamily="2"/>
                <a:cs typeface="Lucida Sans" pitchFamily="2"/>
              </a:endParaRPr>
            </a:p>
          </p:txBody>
        </p:sp>
      </p:grp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8968717-CB03-4368-A027-B27F87A819B1}"/>
              </a:ext>
            </a:extLst>
          </p:cNvPr>
          <p:cNvCxnSpPr>
            <a:cxnSpLocks/>
          </p:cNvCxnSpPr>
          <p:nvPr/>
        </p:nvCxnSpPr>
        <p:spPr>
          <a:xfrm>
            <a:off x="4185058" y="9109507"/>
            <a:ext cx="2779481" cy="0"/>
          </a:xfrm>
          <a:prstGeom prst="straightConnector1">
            <a:avLst/>
          </a:prstGeom>
          <a:noFill/>
          <a:ln w="28575" cap="flat" cmpd="sng" algn="ctr">
            <a:solidFill>
              <a:srgbClr val="0070C0"/>
            </a:solidFill>
            <a:prstDash val="solid"/>
            <a:miter lim="800000"/>
            <a:headEnd type="none" w="lg" len="med"/>
            <a:tailEnd type="triangle" w="lg" len="med"/>
          </a:ln>
          <a:effectLst/>
        </p:spPr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78E3A2D-8F9D-4CD3-A912-AC0338365265}"/>
              </a:ext>
            </a:extLst>
          </p:cNvPr>
          <p:cNvCxnSpPr>
            <a:cxnSpLocks/>
            <a:endCxn id="28" idx="0"/>
          </p:cNvCxnSpPr>
          <p:nvPr/>
        </p:nvCxnSpPr>
        <p:spPr>
          <a:xfrm>
            <a:off x="4185059" y="9109507"/>
            <a:ext cx="0" cy="609936"/>
          </a:xfrm>
          <a:prstGeom prst="line">
            <a:avLst/>
          </a:prstGeom>
          <a:noFill/>
          <a:ln w="28575" cap="flat" cmpd="sng" algn="ctr">
            <a:solidFill>
              <a:srgbClr val="0070C0"/>
            </a:solidFill>
            <a:prstDash val="solid"/>
            <a:miter lim="800000"/>
            <a:headEnd type="none" w="lg" len="med"/>
            <a:tailEnd type="none" w="lg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488848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41" grpId="0" animBg="1"/>
      <p:bldP spid="49" grpId="0"/>
      <p:bldP spid="50" grpId="0"/>
      <p:bldP spid="51" grpId="0"/>
      <p:bldP spid="52" grpId="0" animBg="1"/>
      <p:bldP spid="5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F86CE-95CB-CD4E-9818-4CA5285BB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016" y="305229"/>
            <a:ext cx="22179106" cy="1946149"/>
          </a:xfrm>
        </p:spPr>
        <p:txBody>
          <a:bodyPr/>
          <a:lstStyle/>
          <a:p>
            <a:r>
              <a:rPr lang="en-US" dirty="0"/>
              <a:t>Communications Cloud-Native 25.4 – Architecture</a:t>
            </a:r>
          </a:p>
        </p:txBody>
      </p:sp>
      <p:sp>
        <p:nvSpPr>
          <p:cNvPr id="3" name="Flowchart: Alternate Process 2">
            <a:extLst>
              <a:ext uri="{FF2B5EF4-FFF2-40B4-BE49-F238E27FC236}">
                <a16:creationId xmlns:a16="http://schemas.microsoft.com/office/drawing/2014/main" id="{D3055176-229B-4A9C-9789-7A60EB78A053}"/>
              </a:ext>
            </a:extLst>
          </p:cNvPr>
          <p:cNvSpPr/>
          <p:nvPr/>
        </p:nvSpPr>
        <p:spPr>
          <a:xfrm>
            <a:off x="18799977" y="2146041"/>
            <a:ext cx="5322290" cy="10506269"/>
          </a:xfrm>
          <a:prstGeom prst="flowChartAlternateProcess">
            <a:avLst/>
          </a:prstGeom>
          <a:solidFill>
            <a:srgbClr val="2E3C98">
              <a:alpha val="10000"/>
            </a:srgbClr>
          </a:solidFill>
          <a:ln w="12700" cap="flat" cmpd="sng" algn="ctr">
            <a:solidFill>
              <a:srgbClr val="4F3690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Flowchart: Alternate Process 3">
            <a:extLst>
              <a:ext uri="{FF2B5EF4-FFF2-40B4-BE49-F238E27FC236}">
                <a16:creationId xmlns:a16="http://schemas.microsoft.com/office/drawing/2014/main" id="{A51602FD-DF13-45EF-B39A-DBBE56A3F053}"/>
              </a:ext>
            </a:extLst>
          </p:cNvPr>
          <p:cNvSpPr/>
          <p:nvPr/>
        </p:nvSpPr>
        <p:spPr>
          <a:xfrm>
            <a:off x="223720" y="2146041"/>
            <a:ext cx="18359563" cy="10506269"/>
          </a:xfrm>
          <a:prstGeom prst="flowChartAlternateProcess">
            <a:avLst/>
          </a:prstGeom>
          <a:solidFill>
            <a:srgbClr val="2E3C98">
              <a:alpha val="10000"/>
            </a:srgbClr>
          </a:solidFill>
          <a:ln w="12700" cap="flat" cmpd="sng" algn="ctr">
            <a:solidFill>
              <a:srgbClr val="4F3690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1489B74-9A29-4573-83F2-4018DBD7509D}"/>
              </a:ext>
            </a:extLst>
          </p:cNvPr>
          <p:cNvGrpSpPr/>
          <p:nvPr/>
        </p:nvGrpSpPr>
        <p:grpSpPr>
          <a:xfrm>
            <a:off x="8733816" y="5691670"/>
            <a:ext cx="2369617" cy="3825549"/>
            <a:chOff x="8733816" y="5691670"/>
            <a:chExt cx="2369617" cy="382554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AAE6316-0613-4689-A9C5-DFADCD0D799D}"/>
                </a:ext>
              </a:extLst>
            </p:cNvPr>
            <p:cNvSpPr/>
            <p:nvPr/>
          </p:nvSpPr>
          <p:spPr>
            <a:xfrm>
              <a:off x="8733816" y="5691670"/>
              <a:ext cx="2369617" cy="3825549"/>
            </a:xfrm>
            <a:prstGeom prst="rect">
              <a:avLst/>
            </a:prstGeom>
            <a:solidFill>
              <a:srgbClr val="2E3C98">
                <a:alpha val="90000"/>
              </a:srgbClr>
            </a:solidFill>
            <a:ln w="12700" cap="flat" cmpd="sng" algn="ctr">
              <a:solidFill>
                <a:srgbClr val="4F3690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t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8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Design (DAS)</a:t>
              </a:r>
            </a:p>
          </p:txBody>
        </p:sp>
        <p:sp>
          <p:nvSpPr>
            <p:cNvPr id="7" name="Flowchart: Alternate Process 6">
              <a:extLst>
                <a:ext uri="{FF2B5EF4-FFF2-40B4-BE49-F238E27FC236}">
                  <a16:creationId xmlns:a16="http://schemas.microsoft.com/office/drawing/2014/main" id="{EBE964F5-2A0A-4AA8-9661-930722EE1533}"/>
                </a:ext>
              </a:extLst>
            </p:cNvPr>
            <p:cNvSpPr/>
            <p:nvPr/>
          </p:nvSpPr>
          <p:spPr>
            <a:xfrm>
              <a:off x="8840356" y="6148871"/>
              <a:ext cx="2156536" cy="681135"/>
            </a:xfrm>
            <a:prstGeom prst="flowChartAlternateProcess">
              <a:avLst/>
            </a:prstGeom>
            <a:solidFill>
              <a:srgbClr val="FFFFFF"/>
            </a:solidFill>
            <a:ln w="12700" cap="flat" cmpd="sng" algn="ctr">
              <a:solidFill>
                <a:srgbClr val="4F3690">
                  <a:shade val="50000"/>
                </a:srgbClr>
              </a:solidFill>
              <a:prstDash val="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Exstream Web Client </a:t>
              </a:r>
            </a:p>
          </p:txBody>
        </p:sp>
        <p:sp>
          <p:nvSpPr>
            <p:cNvPr id="8" name="Flowchart: Alternate Process 7">
              <a:extLst>
                <a:ext uri="{FF2B5EF4-FFF2-40B4-BE49-F238E27FC236}">
                  <a16:creationId xmlns:a16="http://schemas.microsoft.com/office/drawing/2014/main" id="{FF35F19D-6045-45B9-AC75-F378026F8C62}"/>
                </a:ext>
              </a:extLst>
            </p:cNvPr>
            <p:cNvSpPr/>
            <p:nvPr/>
          </p:nvSpPr>
          <p:spPr>
            <a:xfrm>
              <a:off x="8843468" y="6973072"/>
              <a:ext cx="2156536" cy="681135"/>
            </a:xfrm>
            <a:prstGeom prst="flowChartAlternateProcess">
              <a:avLst/>
            </a:prstGeom>
            <a:solidFill>
              <a:srgbClr val="FFFFFF"/>
            </a:solidFill>
            <a:ln w="12700" cap="flat" cmpd="sng" algn="ctr">
              <a:solidFill>
                <a:srgbClr val="4F3690">
                  <a:shade val="50000"/>
                </a:srgbClr>
              </a:solidFill>
              <a:prstDash val="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Communications Designer</a:t>
              </a:r>
            </a:p>
          </p:txBody>
        </p:sp>
        <p:sp>
          <p:nvSpPr>
            <p:cNvPr id="9" name="Flowchart: Alternate Process 8">
              <a:extLst>
                <a:ext uri="{FF2B5EF4-FFF2-40B4-BE49-F238E27FC236}">
                  <a16:creationId xmlns:a16="http://schemas.microsoft.com/office/drawing/2014/main" id="{99345ACB-D729-49F5-9F4D-A076F4865914}"/>
                </a:ext>
              </a:extLst>
            </p:cNvPr>
            <p:cNvSpPr/>
            <p:nvPr/>
          </p:nvSpPr>
          <p:spPr>
            <a:xfrm>
              <a:off x="8846580" y="7797277"/>
              <a:ext cx="2156536" cy="681135"/>
            </a:xfrm>
            <a:prstGeom prst="flowChartAlternateProcess">
              <a:avLst/>
            </a:prstGeom>
            <a:solidFill>
              <a:srgbClr val="FFFFFF"/>
            </a:solidFill>
            <a:ln w="12700" cap="flat" cmpd="sng" algn="ctr">
              <a:solidFill>
                <a:srgbClr val="4F3690">
                  <a:shade val="50000"/>
                </a:srgbClr>
              </a:solidFill>
              <a:prstDash val="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Communications </a:t>
              </a:r>
              <a:r>
                <a:rPr kumimoji="0" lang="fr-FR" sz="18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Orchestrator</a:t>
              </a: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0" name="Flowchart: Alternate Process 9">
              <a:extLst>
                <a:ext uri="{FF2B5EF4-FFF2-40B4-BE49-F238E27FC236}">
                  <a16:creationId xmlns:a16="http://schemas.microsoft.com/office/drawing/2014/main" id="{151016CF-AC12-4F29-93CD-AFEA246E65B2}"/>
                </a:ext>
              </a:extLst>
            </p:cNvPr>
            <p:cNvSpPr/>
            <p:nvPr/>
          </p:nvSpPr>
          <p:spPr>
            <a:xfrm>
              <a:off x="8849692" y="8621480"/>
              <a:ext cx="2156536" cy="681135"/>
            </a:xfrm>
            <a:prstGeom prst="flowChartAlternateProcess">
              <a:avLst/>
            </a:prstGeom>
            <a:solidFill>
              <a:srgbClr val="FFFFFF"/>
            </a:solidFill>
            <a:ln w="12700" cap="flat" cmpd="sng" algn="ctr">
              <a:solidFill>
                <a:srgbClr val="4F3690">
                  <a:shade val="50000"/>
                </a:srgbClr>
              </a:solidFill>
              <a:prstDash val="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Content </a:t>
              </a:r>
              <a:r>
                <a:rPr kumimoji="0" lang="fr-FR" sz="18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Author</a:t>
              </a: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16F4996B-007C-447C-BCC3-33DEB91C79E9}"/>
              </a:ext>
            </a:extLst>
          </p:cNvPr>
          <p:cNvSpPr/>
          <p:nvPr/>
        </p:nvSpPr>
        <p:spPr>
          <a:xfrm>
            <a:off x="11946650" y="5694782"/>
            <a:ext cx="2369617" cy="650031"/>
          </a:xfrm>
          <a:prstGeom prst="rect">
            <a:avLst/>
          </a:prstGeom>
          <a:solidFill>
            <a:srgbClr val="2E3C98">
              <a:alpha val="90000"/>
            </a:srgbClr>
          </a:solidFill>
          <a:ln w="12700" cap="flat" cmpd="sng" algn="ctr">
            <a:solidFill>
              <a:srgbClr val="4F3690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Orchestration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441A078-6F7E-4105-A33C-F9A2CA235CFA}"/>
              </a:ext>
            </a:extLst>
          </p:cNvPr>
          <p:cNvGrpSpPr/>
          <p:nvPr/>
        </p:nvGrpSpPr>
        <p:grpSpPr>
          <a:xfrm>
            <a:off x="15140823" y="5716555"/>
            <a:ext cx="2369617" cy="2024739"/>
            <a:chOff x="15140823" y="5716555"/>
            <a:chExt cx="2369617" cy="2024739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A16F15F-5163-42EB-B1BD-BD26AF4478CD}"/>
                </a:ext>
              </a:extLst>
            </p:cNvPr>
            <p:cNvSpPr/>
            <p:nvPr/>
          </p:nvSpPr>
          <p:spPr>
            <a:xfrm>
              <a:off x="15140823" y="5716555"/>
              <a:ext cx="2369617" cy="2024739"/>
            </a:xfrm>
            <a:prstGeom prst="rect">
              <a:avLst/>
            </a:prstGeom>
            <a:solidFill>
              <a:srgbClr val="2E3C98">
                <a:alpha val="90000"/>
              </a:srgbClr>
            </a:solidFill>
            <a:ln w="12700" cap="flat" cmpd="sng" algn="ctr">
              <a:solidFill>
                <a:srgbClr val="4F3690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t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800" b="1" i="0" u="none" strike="noStrike" kern="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Empower</a:t>
              </a:r>
              <a:endParaRPr kumimoji="0" lang="fr-FR" sz="1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4" name="Flowchart: Alternate Process 13">
              <a:extLst>
                <a:ext uri="{FF2B5EF4-FFF2-40B4-BE49-F238E27FC236}">
                  <a16:creationId xmlns:a16="http://schemas.microsoft.com/office/drawing/2014/main" id="{7B851C30-72A6-46B4-AEA4-1DF6EE943EAD}"/>
                </a:ext>
              </a:extLst>
            </p:cNvPr>
            <p:cNvSpPr/>
            <p:nvPr/>
          </p:nvSpPr>
          <p:spPr>
            <a:xfrm>
              <a:off x="15244255" y="6151983"/>
              <a:ext cx="2156536" cy="681135"/>
            </a:xfrm>
            <a:prstGeom prst="flowChartAlternateProcess">
              <a:avLst/>
            </a:prstGeom>
            <a:solidFill>
              <a:srgbClr val="FFFFFF"/>
            </a:solidFill>
            <a:ln w="12700" cap="flat" cmpd="sng" algn="ctr">
              <a:solidFill>
                <a:srgbClr val="4F3690">
                  <a:shade val="50000"/>
                </a:srgbClr>
              </a:solidFill>
              <a:prstDash val="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8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Empower</a:t>
              </a:r>
              <a:r>
                <a:rPr kumimoji="0" lang="fr-FR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 Editor</a:t>
              </a:r>
            </a:p>
          </p:txBody>
        </p:sp>
        <p:sp>
          <p:nvSpPr>
            <p:cNvPr id="15" name="Flowchart: Alternate Process 14">
              <a:extLst>
                <a:ext uri="{FF2B5EF4-FFF2-40B4-BE49-F238E27FC236}">
                  <a16:creationId xmlns:a16="http://schemas.microsoft.com/office/drawing/2014/main" id="{47A6758C-A4C3-4DCA-B678-2F4EA1220E5C}"/>
                </a:ext>
              </a:extLst>
            </p:cNvPr>
            <p:cNvSpPr/>
            <p:nvPr/>
          </p:nvSpPr>
          <p:spPr>
            <a:xfrm>
              <a:off x="15247367" y="6957523"/>
              <a:ext cx="2156536" cy="681135"/>
            </a:xfrm>
            <a:prstGeom prst="flowChartAlternateProcess">
              <a:avLst/>
            </a:prstGeom>
            <a:solidFill>
              <a:srgbClr val="FFFFFF"/>
            </a:solidFill>
            <a:ln w="12700" cap="flat" cmpd="sng" algn="ctr">
              <a:solidFill>
                <a:srgbClr val="4F3690">
                  <a:shade val="50000"/>
                </a:srgbClr>
              </a:solidFill>
              <a:prstDash val="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8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Empower</a:t>
              </a:r>
              <a:r>
                <a:rPr kumimoji="0" lang="fr-FR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 Server Console</a:t>
              </a:r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8784F284-CDA6-47C3-82FF-87F44EF5DCBC}"/>
              </a:ext>
            </a:extLst>
          </p:cNvPr>
          <p:cNvSpPr/>
          <p:nvPr/>
        </p:nvSpPr>
        <p:spPr>
          <a:xfrm>
            <a:off x="11949762" y="6854887"/>
            <a:ext cx="2369617" cy="650031"/>
          </a:xfrm>
          <a:prstGeom prst="rect">
            <a:avLst/>
          </a:prstGeom>
          <a:solidFill>
            <a:srgbClr val="00B8BA">
              <a:lumMod val="75000"/>
              <a:alpha val="90000"/>
            </a:srgbClr>
          </a:solidFill>
          <a:ln w="12700" cap="flat" cmpd="sng" algn="ctr">
            <a:solidFill>
              <a:srgbClr val="4F3690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Rabbit MQ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6705107-3777-4D18-8F55-74717FB93A68}"/>
              </a:ext>
            </a:extLst>
          </p:cNvPr>
          <p:cNvSpPr/>
          <p:nvPr/>
        </p:nvSpPr>
        <p:spPr>
          <a:xfrm rot="16200000">
            <a:off x="6486517" y="7416278"/>
            <a:ext cx="2369617" cy="650031"/>
          </a:xfrm>
          <a:prstGeom prst="rect">
            <a:avLst/>
          </a:prstGeom>
          <a:solidFill>
            <a:srgbClr val="00B8BA">
              <a:lumMod val="75000"/>
              <a:alpha val="90000"/>
            </a:srgbClr>
          </a:solidFill>
          <a:ln w="12700" cap="flat" cmpd="sng" algn="ctr">
            <a:solidFill>
              <a:srgbClr val="4F3690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NGINX  </a:t>
            </a:r>
            <a:r>
              <a:rPr kumimoji="0" lang="fr-FR" sz="1200" b="1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Ingress</a:t>
            </a:r>
            <a:r>
              <a:rPr kumimoji="0" lang="fr-FR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Controller / HA Proxy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2E07C94-28E1-4222-8271-99BEED1C2E16}"/>
              </a:ext>
            </a:extLst>
          </p:cNvPr>
          <p:cNvSpPr/>
          <p:nvPr/>
        </p:nvSpPr>
        <p:spPr>
          <a:xfrm>
            <a:off x="796584" y="7610667"/>
            <a:ext cx="5557566" cy="2251787"/>
          </a:xfrm>
          <a:prstGeom prst="rect">
            <a:avLst/>
          </a:prstGeom>
          <a:solidFill>
            <a:srgbClr val="09BCEF"/>
          </a:solidFill>
          <a:ln w="12700" cap="flat" cmpd="sng" algn="ctr">
            <a:solidFill>
              <a:srgbClr val="4F3690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Design and Production</a:t>
            </a:r>
          </a:p>
        </p:txBody>
      </p:sp>
      <p:sp>
        <p:nvSpPr>
          <p:cNvPr id="19" name="Flowchart: Alternate Process 18">
            <a:extLst>
              <a:ext uri="{FF2B5EF4-FFF2-40B4-BE49-F238E27FC236}">
                <a16:creationId xmlns:a16="http://schemas.microsoft.com/office/drawing/2014/main" id="{881575B4-1B51-4CC2-B7DE-7B617002545E}"/>
              </a:ext>
            </a:extLst>
          </p:cNvPr>
          <p:cNvSpPr/>
          <p:nvPr/>
        </p:nvSpPr>
        <p:spPr>
          <a:xfrm>
            <a:off x="1080403" y="8055425"/>
            <a:ext cx="2156536" cy="1573765"/>
          </a:xfrm>
          <a:prstGeom prst="flowChartAlternateProcess">
            <a:avLst/>
          </a:prstGeom>
          <a:solidFill>
            <a:srgbClr val="FFFFFF"/>
          </a:solidFill>
          <a:ln w="12700" cap="flat" cmpd="sng" algn="ctr">
            <a:solidFill>
              <a:srgbClr val="4F3690">
                <a:shade val="50000"/>
              </a:srgbClr>
            </a:solidFill>
            <a:prstDash val="dash"/>
            <a:miter lim="800000"/>
          </a:ln>
          <a:effectLst/>
        </p:spPr>
        <p:txBody>
          <a:bodyPr rtlCol="0" anchor="t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Design Engine</a:t>
            </a:r>
          </a:p>
        </p:txBody>
      </p:sp>
      <p:sp>
        <p:nvSpPr>
          <p:cNvPr id="20" name="Flowchart: Alternate Process 19">
            <a:extLst>
              <a:ext uri="{FF2B5EF4-FFF2-40B4-BE49-F238E27FC236}">
                <a16:creationId xmlns:a16="http://schemas.microsoft.com/office/drawing/2014/main" id="{45F50A7C-B16F-4633-B7C0-A065A364BC54}"/>
              </a:ext>
            </a:extLst>
          </p:cNvPr>
          <p:cNvSpPr/>
          <p:nvPr/>
        </p:nvSpPr>
        <p:spPr>
          <a:xfrm>
            <a:off x="3767618" y="8070970"/>
            <a:ext cx="2156536" cy="681135"/>
          </a:xfrm>
          <a:prstGeom prst="flowChartAlternateProcess">
            <a:avLst/>
          </a:prstGeom>
          <a:solidFill>
            <a:srgbClr val="FFFFFF"/>
          </a:solidFill>
          <a:ln w="12700" cap="flat" cmpd="sng" algn="ctr">
            <a:solidFill>
              <a:srgbClr val="4F3690">
                <a:shade val="50000"/>
              </a:srgbClr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Designer</a:t>
            </a:r>
          </a:p>
        </p:txBody>
      </p:sp>
      <p:sp>
        <p:nvSpPr>
          <p:cNvPr id="21" name="Flowchart: Alternate Process 20">
            <a:extLst>
              <a:ext uri="{FF2B5EF4-FFF2-40B4-BE49-F238E27FC236}">
                <a16:creationId xmlns:a16="http://schemas.microsoft.com/office/drawing/2014/main" id="{743D6583-F847-45A8-B48E-1E051D7096A0}"/>
              </a:ext>
            </a:extLst>
          </p:cNvPr>
          <p:cNvSpPr/>
          <p:nvPr/>
        </p:nvSpPr>
        <p:spPr>
          <a:xfrm>
            <a:off x="3767618" y="8948055"/>
            <a:ext cx="2156536" cy="681135"/>
          </a:xfrm>
          <a:prstGeom prst="flowChartAlternateProcess">
            <a:avLst/>
          </a:prstGeom>
          <a:solidFill>
            <a:srgbClr val="FFFFFF"/>
          </a:solidFill>
          <a:ln w="12700" cap="flat" cmpd="sng" algn="ctr">
            <a:solidFill>
              <a:srgbClr val="4F3690">
                <a:shade val="50000"/>
              </a:srgbClr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Design Manager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9F88022-678E-4A50-BE92-CB8C5353095A}"/>
              </a:ext>
            </a:extLst>
          </p:cNvPr>
          <p:cNvGrpSpPr/>
          <p:nvPr/>
        </p:nvGrpSpPr>
        <p:grpSpPr>
          <a:xfrm>
            <a:off x="1310558" y="3278688"/>
            <a:ext cx="1770870" cy="1815826"/>
            <a:chOff x="5602636" y="3278688"/>
            <a:chExt cx="1770870" cy="1815826"/>
          </a:xfrm>
        </p:grpSpPr>
        <p:sp>
          <p:nvSpPr>
            <p:cNvPr id="23" name="Flowchart: Magnetic Disk 22">
              <a:extLst>
                <a:ext uri="{FF2B5EF4-FFF2-40B4-BE49-F238E27FC236}">
                  <a16:creationId xmlns:a16="http://schemas.microsoft.com/office/drawing/2014/main" id="{E0FA8A7F-93CA-45E1-B98E-57504F37FBBD}"/>
                </a:ext>
              </a:extLst>
            </p:cNvPr>
            <p:cNvSpPr/>
            <p:nvPr/>
          </p:nvSpPr>
          <p:spPr>
            <a:xfrm>
              <a:off x="6096186" y="4035724"/>
              <a:ext cx="783771" cy="1058790"/>
            </a:xfrm>
            <a:prstGeom prst="flowChartMagneticDisk">
              <a:avLst/>
            </a:prstGeom>
            <a:solidFill>
              <a:srgbClr val="FFFFFF"/>
            </a:solidFill>
            <a:ln w="25400" cap="flat" cmpd="sng" algn="ctr">
              <a:solidFill>
                <a:srgbClr val="2E3C98">
                  <a:alpha val="9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FB2BBB8-98A4-4F71-BBD1-1AF19EE0BF54}"/>
                </a:ext>
              </a:extLst>
            </p:cNvPr>
            <p:cNvSpPr txBox="1"/>
            <p:nvPr/>
          </p:nvSpPr>
          <p:spPr>
            <a:xfrm>
              <a:off x="5602636" y="3278688"/>
              <a:ext cx="177087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800" b="0" i="0" u="none" strike="noStrike" kern="0" cap="none" spc="0" normalizeH="0" baseline="0" noProof="0">
                  <a:ln>
                    <a:noFill/>
                  </a:ln>
                  <a:solidFill>
                    <a:srgbClr val="2E3C98"/>
                  </a:solidFill>
                  <a:effectLst/>
                  <a:uLnTx/>
                  <a:uFillTx/>
                </a:rPr>
                <a:t>Design </a:t>
              </a:r>
              <a:r>
                <a:rPr kumimoji="0" lang="fr-FR" sz="1800" b="0" i="0" u="none" strike="noStrike" kern="0" cap="none" spc="0" normalizeH="0" baseline="0" noProof="0" err="1">
                  <a:ln>
                    <a:noFill/>
                  </a:ln>
                  <a:solidFill>
                    <a:srgbClr val="2E3C98"/>
                  </a:solidFill>
                  <a:effectLst/>
                  <a:uLnTx/>
                  <a:uFillTx/>
                </a:rPr>
                <a:t>Database</a:t>
              </a: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rgbClr val="2E3C98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ED176544-AB63-40BC-AD4E-1D5E18660E83}"/>
              </a:ext>
            </a:extLst>
          </p:cNvPr>
          <p:cNvSpPr/>
          <p:nvPr/>
        </p:nvSpPr>
        <p:spPr>
          <a:xfrm>
            <a:off x="8453538" y="5299784"/>
            <a:ext cx="9479902" cy="4570441"/>
          </a:xfrm>
          <a:prstGeom prst="rect">
            <a:avLst/>
          </a:prstGeom>
          <a:noFill/>
          <a:ln w="12700" cap="flat" cmpd="sng" algn="ctr">
            <a:solidFill>
              <a:srgbClr val="2E3C98"/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30EA835-2376-4D29-8860-90B10FADF9CC}"/>
              </a:ext>
            </a:extLst>
          </p:cNvPr>
          <p:cNvSpPr/>
          <p:nvPr/>
        </p:nvSpPr>
        <p:spPr>
          <a:xfrm>
            <a:off x="522519" y="6256264"/>
            <a:ext cx="6083558" cy="4181048"/>
          </a:xfrm>
          <a:prstGeom prst="rect">
            <a:avLst/>
          </a:prstGeom>
          <a:noFill/>
          <a:ln w="12700" cap="flat" cmpd="sng" algn="ctr">
            <a:solidFill>
              <a:srgbClr val="2E3C98"/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058A899-35C5-4960-B2D5-803F5A829202}"/>
              </a:ext>
            </a:extLst>
          </p:cNvPr>
          <p:cNvSpPr/>
          <p:nvPr/>
        </p:nvSpPr>
        <p:spPr>
          <a:xfrm>
            <a:off x="3947212" y="6522096"/>
            <a:ext cx="2369617" cy="650031"/>
          </a:xfrm>
          <a:prstGeom prst="rect">
            <a:avLst/>
          </a:prstGeom>
          <a:solidFill>
            <a:srgbClr val="00B8BA">
              <a:lumMod val="75000"/>
              <a:alpha val="90000"/>
            </a:srgbClr>
          </a:solidFill>
          <a:ln w="12700" cap="flat" cmpd="sng" algn="ctr">
            <a:solidFill>
              <a:srgbClr val="4F3690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Web Browser</a:t>
            </a:r>
          </a:p>
        </p:txBody>
      </p:sp>
      <p:sp>
        <p:nvSpPr>
          <p:cNvPr id="28" name="Freeform: Shape 11">
            <a:extLst>
              <a:ext uri="{FF2B5EF4-FFF2-40B4-BE49-F238E27FC236}">
                <a16:creationId xmlns:a16="http://schemas.microsoft.com/office/drawing/2014/main" id="{0BA6741D-0D53-430A-AF1C-E0F9DBD325A8}"/>
              </a:ext>
            </a:extLst>
          </p:cNvPr>
          <p:cNvSpPr>
            <a:spLocks noChangeAspect="1"/>
          </p:cNvSpPr>
          <p:nvPr/>
        </p:nvSpPr>
        <p:spPr>
          <a:xfrm>
            <a:off x="1557593" y="8478412"/>
            <a:ext cx="1127511" cy="104400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582" h="3834">
                <a:moveTo>
                  <a:pt x="223" y="2338"/>
                </a:moveTo>
                <a:cubicBezTo>
                  <a:pt x="175" y="2323"/>
                  <a:pt x="127" y="2338"/>
                  <a:pt x="95" y="2370"/>
                </a:cubicBezTo>
                <a:cubicBezTo>
                  <a:pt x="80" y="2386"/>
                  <a:pt x="63" y="2418"/>
                  <a:pt x="47" y="2434"/>
                </a:cubicBezTo>
                <a:lnTo>
                  <a:pt x="0" y="2609"/>
                </a:lnTo>
                <a:cubicBezTo>
                  <a:pt x="0" y="2641"/>
                  <a:pt x="0" y="2689"/>
                  <a:pt x="16" y="2720"/>
                </a:cubicBezTo>
                <a:cubicBezTo>
                  <a:pt x="32" y="2752"/>
                  <a:pt x="63" y="2768"/>
                  <a:pt x="111" y="2784"/>
                </a:cubicBezTo>
                <a:lnTo>
                  <a:pt x="207" y="2816"/>
                </a:lnTo>
                <a:cubicBezTo>
                  <a:pt x="207" y="2880"/>
                  <a:pt x="223" y="2927"/>
                  <a:pt x="238" y="2990"/>
                </a:cubicBezTo>
                <a:lnTo>
                  <a:pt x="143" y="3054"/>
                </a:lnTo>
                <a:cubicBezTo>
                  <a:pt x="127" y="3054"/>
                  <a:pt x="122" y="3065"/>
                  <a:pt x="111" y="3070"/>
                </a:cubicBezTo>
                <a:cubicBezTo>
                  <a:pt x="63" y="3118"/>
                  <a:pt x="47" y="3181"/>
                  <a:pt x="80" y="3245"/>
                </a:cubicBezTo>
                <a:lnTo>
                  <a:pt x="175" y="3389"/>
                </a:lnTo>
                <a:cubicBezTo>
                  <a:pt x="191" y="3436"/>
                  <a:pt x="223" y="3452"/>
                  <a:pt x="254" y="3468"/>
                </a:cubicBezTo>
                <a:cubicBezTo>
                  <a:pt x="302" y="3468"/>
                  <a:pt x="334" y="3468"/>
                  <a:pt x="366" y="3452"/>
                </a:cubicBezTo>
                <a:lnTo>
                  <a:pt x="461" y="3389"/>
                </a:lnTo>
                <a:cubicBezTo>
                  <a:pt x="509" y="3436"/>
                  <a:pt x="557" y="3484"/>
                  <a:pt x="604" y="3516"/>
                </a:cubicBezTo>
                <a:lnTo>
                  <a:pt x="572" y="3611"/>
                </a:lnTo>
                <a:cubicBezTo>
                  <a:pt x="557" y="3691"/>
                  <a:pt x="604" y="3770"/>
                  <a:pt x="684" y="3786"/>
                </a:cubicBezTo>
                <a:lnTo>
                  <a:pt x="859" y="3834"/>
                </a:lnTo>
                <a:lnTo>
                  <a:pt x="891" y="3834"/>
                </a:lnTo>
                <a:cubicBezTo>
                  <a:pt x="923" y="3834"/>
                  <a:pt x="954" y="3818"/>
                  <a:pt x="986" y="3802"/>
                </a:cubicBezTo>
                <a:cubicBezTo>
                  <a:pt x="1002" y="3786"/>
                  <a:pt x="1018" y="3754"/>
                  <a:pt x="1018" y="3738"/>
                </a:cubicBezTo>
                <a:lnTo>
                  <a:pt x="1050" y="3627"/>
                </a:lnTo>
                <a:cubicBezTo>
                  <a:pt x="1114" y="3627"/>
                  <a:pt x="1177" y="3627"/>
                  <a:pt x="1241" y="3611"/>
                </a:cubicBezTo>
                <a:lnTo>
                  <a:pt x="1289" y="3707"/>
                </a:lnTo>
                <a:cubicBezTo>
                  <a:pt x="1304" y="3738"/>
                  <a:pt x="1336" y="3754"/>
                  <a:pt x="1368" y="3770"/>
                </a:cubicBezTo>
                <a:cubicBezTo>
                  <a:pt x="1415" y="3770"/>
                  <a:pt x="1448" y="3770"/>
                  <a:pt x="1479" y="3754"/>
                </a:cubicBezTo>
                <a:lnTo>
                  <a:pt x="1638" y="3659"/>
                </a:lnTo>
                <a:cubicBezTo>
                  <a:pt x="1649" y="3654"/>
                  <a:pt x="1654" y="3643"/>
                  <a:pt x="1671" y="3643"/>
                </a:cubicBezTo>
                <a:cubicBezTo>
                  <a:pt x="1718" y="3595"/>
                  <a:pt x="1718" y="3532"/>
                  <a:pt x="1686" y="3468"/>
                </a:cubicBezTo>
                <a:lnTo>
                  <a:pt x="1638" y="3372"/>
                </a:lnTo>
                <a:cubicBezTo>
                  <a:pt x="1686" y="3341"/>
                  <a:pt x="1718" y="3277"/>
                  <a:pt x="1750" y="3229"/>
                </a:cubicBezTo>
                <a:lnTo>
                  <a:pt x="1861" y="3261"/>
                </a:lnTo>
                <a:cubicBezTo>
                  <a:pt x="1909" y="3277"/>
                  <a:pt x="1957" y="3261"/>
                  <a:pt x="1989" y="3229"/>
                </a:cubicBezTo>
                <a:cubicBezTo>
                  <a:pt x="2005" y="3213"/>
                  <a:pt x="2020" y="3181"/>
                  <a:pt x="2020" y="3166"/>
                </a:cubicBezTo>
                <a:lnTo>
                  <a:pt x="2068" y="2990"/>
                </a:lnTo>
                <a:cubicBezTo>
                  <a:pt x="2100" y="2911"/>
                  <a:pt x="2052" y="2832"/>
                  <a:pt x="1972" y="2816"/>
                </a:cubicBezTo>
                <a:lnTo>
                  <a:pt x="1877" y="2784"/>
                </a:lnTo>
                <a:cubicBezTo>
                  <a:pt x="1877" y="2720"/>
                  <a:pt x="1861" y="2657"/>
                  <a:pt x="1845" y="2609"/>
                </a:cubicBezTo>
                <a:lnTo>
                  <a:pt x="1941" y="2545"/>
                </a:lnTo>
                <a:cubicBezTo>
                  <a:pt x="1957" y="2545"/>
                  <a:pt x="1962" y="2535"/>
                  <a:pt x="1972" y="2529"/>
                </a:cubicBezTo>
                <a:cubicBezTo>
                  <a:pt x="2020" y="2481"/>
                  <a:pt x="2020" y="2418"/>
                  <a:pt x="1989" y="2354"/>
                </a:cubicBezTo>
                <a:lnTo>
                  <a:pt x="1909" y="2195"/>
                </a:lnTo>
                <a:cubicBezTo>
                  <a:pt x="1861" y="2132"/>
                  <a:pt x="1782" y="2116"/>
                  <a:pt x="1718" y="2147"/>
                </a:cubicBezTo>
                <a:lnTo>
                  <a:pt x="1623" y="2195"/>
                </a:lnTo>
                <a:cubicBezTo>
                  <a:pt x="1575" y="2163"/>
                  <a:pt x="1527" y="2116"/>
                  <a:pt x="1479" y="2084"/>
                </a:cubicBezTo>
                <a:lnTo>
                  <a:pt x="1495" y="1989"/>
                </a:lnTo>
                <a:cubicBezTo>
                  <a:pt x="1527" y="1909"/>
                  <a:pt x="1479" y="1829"/>
                  <a:pt x="1400" y="1813"/>
                </a:cubicBezTo>
                <a:lnTo>
                  <a:pt x="1225" y="1766"/>
                </a:lnTo>
                <a:cubicBezTo>
                  <a:pt x="1177" y="1750"/>
                  <a:pt x="1129" y="1766"/>
                  <a:pt x="1098" y="1798"/>
                </a:cubicBezTo>
                <a:cubicBezTo>
                  <a:pt x="1081" y="1813"/>
                  <a:pt x="1066" y="1845"/>
                  <a:pt x="1050" y="1861"/>
                </a:cubicBezTo>
                <a:lnTo>
                  <a:pt x="1034" y="1956"/>
                </a:lnTo>
                <a:cubicBezTo>
                  <a:pt x="970" y="1972"/>
                  <a:pt x="907" y="1972"/>
                  <a:pt x="843" y="1989"/>
                </a:cubicBezTo>
                <a:lnTo>
                  <a:pt x="795" y="1893"/>
                </a:lnTo>
                <a:cubicBezTo>
                  <a:pt x="747" y="1829"/>
                  <a:pt x="668" y="1798"/>
                  <a:pt x="604" y="1845"/>
                </a:cubicBezTo>
                <a:lnTo>
                  <a:pt x="445" y="1925"/>
                </a:lnTo>
                <a:lnTo>
                  <a:pt x="414" y="1956"/>
                </a:lnTo>
                <a:cubicBezTo>
                  <a:pt x="366" y="2004"/>
                  <a:pt x="366" y="2068"/>
                  <a:pt x="398" y="2116"/>
                </a:cubicBezTo>
                <a:lnTo>
                  <a:pt x="445" y="2211"/>
                </a:lnTo>
                <a:cubicBezTo>
                  <a:pt x="398" y="2259"/>
                  <a:pt x="366" y="2307"/>
                  <a:pt x="334" y="2370"/>
                </a:cubicBezTo>
                <a:close/>
                <a:moveTo>
                  <a:pt x="445" y="2498"/>
                </a:moveTo>
                <a:cubicBezTo>
                  <a:pt x="477" y="2434"/>
                  <a:pt x="509" y="2370"/>
                  <a:pt x="557" y="2323"/>
                </a:cubicBezTo>
                <a:cubicBezTo>
                  <a:pt x="572" y="2307"/>
                  <a:pt x="589" y="2307"/>
                  <a:pt x="589" y="2290"/>
                </a:cubicBezTo>
                <a:cubicBezTo>
                  <a:pt x="620" y="2275"/>
                  <a:pt x="636" y="2227"/>
                  <a:pt x="620" y="2195"/>
                </a:cubicBezTo>
                <a:lnTo>
                  <a:pt x="541" y="2068"/>
                </a:lnTo>
                <a:lnTo>
                  <a:pt x="668" y="1989"/>
                </a:lnTo>
                <a:lnTo>
                  <a:pt x="732" y="2116"/>
                </a:lnTo>
                <a:cubicBezTo>
                  <a:pt x="763" y="2147"/>
                  <a:pt x="795" y="2163"/>
                  <a:pt x="827" y="2163"/>
                </a:cubicBezTo>
                <a:cubicBezTo>
                  <a:pt x="907" y="2132"/>
                  <a:pt x="1002" y="2116"/>
                  <a:pt x="1081" y="2132"/>
                </a:cubicBezTo>
                <a:cubicBezTo>
                  <a:pt x="1129" y="2132"/>
                  <a:pt x="1161" y="2100"/>
                  <a:pt x="1161" y="2068"/>
                </a:cubicBezTo>
                <a:lnTo>
                  <a:pt x="1209" y="1925"/>
                </a:lnTo>
                <a:lnTo>
                  <a:pt x="1352" y="1956"/>
                </a:lnTo>
                <a:lnTo>
                  <a:pt x="1304" y="2100"/>
                </a:lnTo>
                <a:cubicBezTo>
                  <a:pt x="1289" y="2147"/>
                  <a:pt x="1304" y="2179"/>
                  <a:pt x="1352" y="2195"/>
                </a:cubicBezTo>
                <a:cubicBezTo>
                  <a:pt x="1415" y="2227"/>
                  <a:pt x="1495" y="2290"/>
                  <a:pt x="1543" y="2354"/>
                </a:cubicBezTo>
                <a:cubicBezTo>
                  <a:pt x="1575" y="2386"/>
                  <a:pt x="1607" y="2386"/>
                  <a:pt x="1638" y="2370"/>
                </a:cubicBezTo>
                <a:lnTo>
                  <a:pt x="1782" y="2290"/>
                </a:lnTo>
                <a:lnTo>
                  <a:pt x="1845" y="2418"/>
                </a:lnTo>
                <a:lnTo>
                  <a:pt x="1718" y="2498"/>
                </a:lnTo>
                <a:cubicBezTo>
                  <a:pt x="1686" y="2513"/>
                  <a:pt x="1671" y="2545"/>
                  <a:pt x="1686" y="2593"/>
                </a:cubicBezTo>
                <a:cubicBezTo>
                  <a:pt x="1702" y="2672"/>
                  <a:pt x="1718" y="2752"/>
                  <a:pt x="1718" y="2847"/>
                </a:cubicBezTo>
                <a:cubicBezTo>
                  <a:pt x="1718" y="2880"/>
                  <a:pt x="1734" y="2911"/>
                  <a:pt x="1766" y="2927"/>
                </a:cubicBezTo>
                <a:lnTo>
                  <a:pt x="1925" y="2959"/>
                </a:lnTo>
                <a:lnTo>
                  <a:pt x="1877" y="3102"/>
                </a:lnTo>
                <a:lnTo>
                  <a:pt x="1734" y="3054"/>
                </a:lnTo>
                <a:cubicBezTo>
                  <a:pt x="1702" y="3054"/>
                  <a:pt x="1654" y="3070"/>
                  <a:pt x="1638" y="3102"/>
                </a:cubicBezTo>
                <a:cubicBezTo>
                  <a:pt x="1607" y="3166"/>
                  <a:pt x="1575" y="3229"/>
                  <a:pt x="1511" y="3277"/>
                </a:cubicBezTo>
                <a:lnTo>
                  <a:pt x="1479" y="3309"/>
                </a:lnTo>
                <a:cubicBezTo>
                  <a:pt x="1463" y="3325"/>
                  <a:pt x="1448" y="3372"/>
                  <a:pt x="1463" y="3404"/>
                </a:cubicBezTo>
                <a:lnTo>
                  <a:pt x="1543" y="3532"/>
                </a:lnTo>
                <a:lnTo>
                  <a:pt x="1415" y="3611"/>
                </a:lnTo>
                <a:lnTo>
                  <a:pt x="1352" y="3468"/>
                </a:lnTo>
                <a:cubicBezTo>
                  <a:pt x="1320" y="3436"/>
                  <a:pt x="1289" y="3420"/>
                  <a:pt x="1257" y="3436"/>
                </a:cubicBezTo>
                <a:cubicBezTo>
                  <a:pt x="1161" y="3468"/>
                  <a:pt x="1081" y="3468"/>
                  <a:pt x="1002" y="3468"/>
                </a:cubicBezTo>
                <a:cubicBezTo>
                  <a:pt x="954" y="3468"/>
                  <a:pt x="923" y="3500"/>
                  <a:pt x="923" y="3532"/>
                </a:cubicBezTo>
                <a:lnTo>
                  <a:pt x="875" y="3675"/>
                </a:lnTo>
                <a:lnTo>
                  <a:pt x="732" y="3643"/>
                </a:lnTo>
                <a:lnTo>
                  <a:pt x="780" y="3484"/>
                </a:lnTo>
                <a:cubicBezTo>
                  <a:pt x="780" y="3452"/>
                  <a:pt x="763" y="3420"/>
                  <a:pt x="732" y="3404"/>
                </a:cubicBezTo>
                <a:cubicBezTo>
                  <a:pt x="652" y="3357"/>
                  <a:pt x="589" y="3309"/>
                  <a:pt x="541" y="3245"/>
                </a:cubicBezTo>
                <a:cubicBezTo>
                  <a:pt x="509" y="3213"/>
                  <a:pt x="461" y="3213"/>
                  <a:pt x="429" y="3229"/>
                </a:cubicBezTo>
                <a:lnTo>
                  <a:pt x="302" y="3309"/>
                </a:lnTo>
                <a:lnTo>
                  <a:pt x="238" y="3181"/>
                </a:lnTo>
                <a:lnTo>
                  <a:pt x="366" y="3102"/>
                </a:lnTo>
                <a:cubicBezTo>
                  <a:pt x="398" y="3086"/>
                  <a:pt x="414" y="3038"/>
                  <a:pt x="398" y="3007"/>
                </a:cubicBezTo>
                <a:cubicBezTo>
                  <a:pt x="366" y="2927"/>
                  <a:pt x="366" y="2847"/>
                  <a:pt x="366" y="2752"/>
                </a:cubicBezTo>
                <a:cubicBezTo>
                  <a:pt x="366" y="2720"/>
                  <a:pt x="350" y="2689"/>
                  <a:pt x="302" y="2672"/>
                </a:cubicBezTo>
                <a:lnTo>
                  <a:pt x="159" y="2641"/>
                </a:lnTo>
                <a:lnTo>
                  <a:pt x="207" y="2498"/>
                </a:lnTo>
                <a:lnTo>
                  <a:pt x="350" y="2529"/>
                </a:lnTo>
                <a:cubicBezTo>
                  <a:pt x="381" y="2545"/>
                  <a:pt x="429" y="2529"/>
                  <a:pt x="445" y="2498"/>
                </a:cubicBezTo>
                <a:close/>
                <a:moveTo>
                  <a:pt x="1829" y="1433"/>
                </a:moveTo>
                <a:cubicBezTo>
                  <a:pt x="1798" y="1448"/>
                  <a:pt x="1750" y="1464"/>
                  <a:pt x="1734" y="1512"/>
                </a:cubicBezTo>
                <a:cubicBezTo>
                  <a:pt x="1702" y="1544"/>
                  <a:pt x="1702" y="1591"/>
                  <a:pt x="1702" y="1623"/>
                </a:cubicBezTo>
                <a:lnTo>
                  <a:pt x="1766" y="1878"/>
                </a:lnTo>
                <a:cubicBezTo>
                  <a:pt x="1782" y="1926"/>
                  <a:pt x="1798" y="1957"/>
                  <a:pt x="1845" y="1990"/>
                </a:cubicBezTo>
                <a:cubicBezTo>
                  <a:pt x="1877" y="2005"/>
                  <a:pt x="1925" y="2021"/>
                  <a:pt x="1957" y="2005"/>
                </a:cubicBezTo>
                <a:lnTo>
                  <a:pt x="2132" y="1973"/>
                </a:lnTo>
                <a:cubicBezTo>
                  <a:pt x="2180" y="2053"/>
                  <a:pt x="2243" y="2133"/>
                  <a:pt x="2307" y="2212"/>
                </a:cubicBezTo>
                <a:lnTo>
                  <a:pt x="2211" y="2371"/>
                </a:lnTo>
                <a:cubicBezTo>
                  <a:pt x="2163" y="2435"/>
                  <a:pt x="2180" y="2546"/>
                  <a:pt x="2259" y="2594"/>
                </a:cubicBezTo>
                <a:lnTo>
                  <a:pt x="2482" y="2721"/>
                </a:lnTo>
                <a:cubicBezTo>
                  <a:pt x="2514" y="2753"/>
                  <a:pt x="2561" y="2753"/>
                  <a:pt x="2609" y="2753"/>
                </a:cubicBezTo>
                <a:cubicBezTo>
                  <a:pt x="2641" y="2737"/>
                  <a:pt x="2689" y="2721"/>
                  <a:pt x="2705" y="2673"/>
                </a:cubicBezTo>
                <a:lnTo>
                  <a:pt x="2800" y="2530"/>
                </a:lnTo>
                <a:cubicBezTo>
                  <a:pt x="2895" y="2562"/>
                  <a:pt x="2991" y="2578"/>
                  <a:pt x="3102" y="2578"/>
                </a:cubicBezTo>
                <a:lnTo>
                  <a:pt x="3134" y="2753"/>
                </a:lnTo>
                <a:cubicBezTo>
                  <a:pt x="3150" y="2801"/>
                  <a:pt x="3166" y="2833"/>
                  <a:pt x="3214" y="2848"/>
                </a:cubicBezTo>
                <a:cubicBezTo>
                  <a:pt x="3229" y="2881"/>
                  <a:pt x="3262" y="2881"/>
                  <a:pt x="3293" y="2881"/>
                </a:cubicBezTo>
                <a:lnTo>
                  <a:pt x="3341" y="2881"/>
                </a:lnTo>
                <a:lnTo>
                  <a:pt x="3579" y="2817"/>
                </a:lnTo>
                <a:cubicBezTo>
                  <a:pt x="3675" y="2801"/>
                  <a:pt x="3723" y="2721"/>
                  <a:pt x="3707" y="2626"/>
                </a:cubicBezTo>
                <a:lnTo>
                  <a:pt x="3675" y="2451"/>
                </a:lnTo>
                <a:cubicBezTo>
                  <a:pt x="3754" y="2403"/>
                  <a:pt x="3850" y="2355"/>
                  <a:pt x="3914" y="2276"/>
                </a:cubicBezTo>
                <a:lnTo>
                  <a:pt x="4073" y="2371"/>
                </a:lnTo>
                <a:cubicBezTo>
                  <a:pt x="4105" y="2403"/>
                  <a:pt x="4152" y="2403"/>
                  <a:pt x="4184" y="2403"/>
                </a:cubicBezTo>
                <a:cubicBezTo>
                  <a:pt x="4232" y="2387"/>
                  <a:pt x="4263" y="2355"/>
                  <a:pt x="4296" y="2324"/>
                </a:cubicBezTo>
                <a:lnTo>
                  <a:pt x="4423" y="2101"/>
                </a:lnTo>
                <a:cubicBezTo>
                  <a:pt x="4454" y="2069"/>
                  <a:pt x="4454" y="2021"/>
                  <a:pt x="4454" y="1990"/>
                </a:cubicBezTo>
                <a:cubicBezTo>
                  <a:pt x="4439" y="1942"/>
                  <a:pt x="4423" y="1910"/>
                  <a:pt x="4375" y="1878"/>
                </a:cubicBezTo>
                <a:lnTo>
                  <a:pt x="4232" y="1782"/>
                </a:lnTo>
                <a:cubicBezTo>
                  <a:pt x="4263" y="1687"/>
                  <a:pt x="4280" y="1591"/>
                  <a:pt x="4280" y="1496"/>
                </a:cubicBezTo>
                <a:lnTo>
                  <a:pt x="4454" y="1448"/>
                </a:lnTo>
                <a:cubicBezTo>
                  <a:pt x="4502" y="1448"/>
                  <a:pt x="4534" y="1417"/>
                  <a:pt x="4566" y="1385"/>
                </a:cubicBezTo>
                <a:cubicBezTo>
                  <a:pt x="4582" y="1337"/>
                  <a:pt x="4582" y="1290"/>
                  <a:pt x="4582" y="1257"/>
                </a:cubicBezTo>
                <a:lnTo>
                  <a:pt x="4518" y="1003"/>
                </a:lnTo>
                <a:cubicBezTo>
                  <a:pt x="4518" y="955"/>
                  <a:pt x="4486" y="923"/>
                  <a:pt x="4454" y="908"/>
                </a:cubicBezTo>
                <a:cubicBezTo>
                  <a:pt x="4423" y="876"/>
                  <a:pt x="4375" y="876"/>
                  <a:pt x="4327" y="876"/>
                </a:cubicBezTo>
                <a:lnTo>
                  <a:pt x="4152" y="923"/>
                </a:lnTo>
                <a:cubicBezTo>
                  <a:pt x="4105" y="828"/>
                  <a:pt x="4057" y="748"/>
                  <a:pt x="3977" y="669"/>
                </a:cubicBezTo>
                <a:lnTo>
                  <a:pt x="4073" y="526"/>
                </a:lnTo>
                <a:cubicBezTo>
                  <a:pt x="4120" y="446"/>
                  <a:pt x="4105" y="351"/>
                  <a:pt x="4025" y="287"/>
                </a:cubicBezTo>
                <a:lnTo>
                  <a:pt x="3818" y="160"/>
                </a:lnTo>
                <a:cubicBezTo>
                  <a:pt x="3771" y="128"/>
                  <a:pt x="3723" y="128"/>
                  <a:pt x="3691" y="144"/>
                </a:cubicBezTo>
                <a:cubicBezTo>
                  <a:pt x="3643" y="144"/>
                  <a:pt x="3611" y="176"/>
                  <a:pt x="3579" y="208"/>
                </a:cubicBezTo>
                <a:lnTo>
                  <a:pt x="3484" y="351"/>
                </a:lnTo>
                <a:cubicBezTo>
                  <a:pt x="3389" y="319"/>
                  <a:pt x="3293" y="303"/>
                  <a:pt x="3198" y="303"/>
                </a:cubicBezTo>
                <a:lnTo>
                  <a:pt x="3150" y="128"/>
                </a:lnTo>
                <a:cubicBezTo>
                  <a:pt x="3150" y="96"/>
                  <a:pt x="3118" y="48"/>
                  <a:pt x="3086" y="32"/>
                </a:cubicBezTo>
                <a:cubicBezTo>
                  <a:pt x="3039" y="0"/>
                  <a:pt x="3007" y="0"/>
                  <a:pt x="2959" y="0"/>
                </a:cubicBezTo>
                <a:lnTo>
                  <a:pt x="2705" y="64"/>
                </a:lnTo>
                <a:cubicBezTo>
                  <a:pt x="2625" y="80"/>
                  <a:pt x="2561" y="176"/>
                  <a:pt x="2577" y="255"/>
                </a:cubicBezTo>
                <a:lnTo>
                  <a:pt x="2625" y="430"/>
                </a:lnTo>
                <a:cubicBezTo>
                  <a:pt x="2529" y="478"/>
                  <a:pt x="2450" y="542"/>
                  <a:pt x="2371" y="605"/>
                </a:cubicBezTo>
                <a:lnTo>
                  <a:pt x="2227" y="510"/>
                </a:lnTo>
                <a:cubicBezTo>
                  <a:pt x="2180" y="494"/>
                  <a:pt x="2148" y="478"/>
                  <a:pt x="2100" y="494"/>
                </a:cubicBezTo>
                <a:cubicBezTo>
                  <a:pt x="2052" y="494"/>
                  <a:pt x="2020" y="526"/>
                  <a:pt x="2005" y="557"/>
                </a:cubicBezTo>
                <a:lnTo>
                  <a:pt x="1861" y="780"/>
                </a:lnTo>
                <a:cubicBezTo>
                  <a:pt x="1829" y="812"/>
                  <a:pt x="1829" y="860"/>
                  <a:pt x="1845" y="908"/>
                </a:cubicBezTo>
                <a:cubicBezTo>
                  <a:pt x="1845" y="939"/>
                  <a:pt x="1877" y="987"/>
                  <a:pt x="1909" y="1003"/>
                </a:cubicBezTo>
                <a:lnTo>
                  <a:pt x="2052" y="1099"/>
                </a:lnTo>
                <a:cubicBezTo>
                  <a:pt x="2020" y="1194"/>
                  <a:pt x="2005" y="1290"/>
                  <a:pt x="2005" y="1400"/>
                </a:cubicBezTo>
                <a:close/>
                <a:moveTo>
                  <a:pt x="2195" y="1003"/>
                </a:moveTo>
                <a:lnTo>
                  <a:pt x="1989" y="876"/>
                </a:lnTo>
                <a:lnTo>
                  <a:pt x="1989" y="860"/>
                </a:lnTo>
                <a:lnTo>
                  <a:pt x="2132" y="637"/>
                </a:lnTo>
                <a:lnTo>
                  <a:pt x="2338" y="780"/>
                </a:lnTo>
                <a:cubicBezTo>
                  <a:pt x="2371" y="796"/>
                  <a:pt x="2418" y="780"/>
                  <a:pt x="2434" y="764"/>
                </a:cubicBezTo>
                <a:cubicBezTo>
                  <a:pt x="2529" y="669"/>
                  <a:pt x="2625" y="605"/>
                  <a:pt x="2736" y="542"/>
                </a:cubicBezTo>
                <a:cubicBezTo>
                  <a:pt x="2784" y="526"/>
                  <a:pt x="2800" y="494"/>
                  <a:pt x="2784" y="462"/>
                </a:cubicBezTo>
                <a:lnTo>
                  <a:pt x="2736" y="223"/>
                </a:lnTo>
                <a:lnTo>
                  <a:pt x="2991" y="160"/>
                </a:lnTo>
                <a:lnTo>
                  <a:pt x="3054" y="399"/>
                </a:lnTo>
                <a:cubicBezTo>
                  <a:pt x="3054" y="430"/>
                  <a:pt x="3102" y="462"/>
                  <a:pt x="3134" y="462"/>
                </a:cubicBezTo>
                <a:cubicBezTo>
                  <a:pt x="3245" y="462"/>
                  <a:pt x="3373" y="478"/>
                  <a:pt x="3500" y="526"/>
                </a:cubicBezTo>
                <a:cubicBezTo>
                  <a:pt x="3532" y="542"/>
                  <a:pt x="3563" y="526"/>
                  <a:pt x="3596" y="494"/>
                </a:cubicBezTo>
                <a:lnTo>
                  <a:pt x="3723" y="287"/>
                </a:lnTo>
                <a:lnTo>
                  <a:pt x="3945" y="430"/>
                </a:lnTo>
                <a:lnTo>
                  <a:pt x="3818" y="637"/>
                </a:lnTo>
                <a:cubicBezTo>
                  <a:pt x="3802" y="669"/>
                  <a:pt x="3802" y="717"/>
                  <a:pt x="3834" y="733"/>
                </a:cubicBezTo>
                <a:cubicBezTo>
                  <a:pt x="3914" y="828"/>
                  <a:pt x="3993" y="923"/>
                  <a:pt x="4041" y="1035"/>
                </a:cubicBezTo>
                <a:cubicBezTo>
                  <a:pt x="4057" y="1082"/>
                  <a:pt x="4089" y="1099"/>
                  <a:pt x="4136" y="1082"/>
                </a:cubicBezTo>
                <a:lnTo>
                  <a:pt x="4375" y="1035"/>
                </a:lnTo>
                <a:lnTo>
                  <a:pt x="4423" y="1290"/>
                </a:lnTo>
                <a:lnTo>
                  <a:pt x="4184" y="1353"/>
                </a:lnTo>
                <a:cubicBezTo>
                  <a:pt x="4152" y="1353"/>
                  <a:pt x="4120" y="1385"/>
                  <a:pt x="4120" y="1433"/>
                </a:cubicBezTo>
                <a:cubicBezTo>
                  <a:pt x="4120" y="1560"/>
                  <a:pt x="4105" y="1671"/>
                  <a:pt x="4057" y="1799"/>
                </a:cubicBezTo>
                <a:cubicBezTo>
                  <a:pt x="4041" y="1830"/>
                  <a:pt x="4057" y="1862"/>
                  <a:pt x="4089" y="1894"/>
                </a:cubicBezTo>
                <a:lnTo>
                  <a:pt x="4296" y="2021"/>
                </a:lnTo>
                <a:lnTo>
                  <a:pt x="4152" y="2244"/>
                </a:lnTo>
                <a:lnTo>
                  <a:pt x="3945" y="2117"/>
                </a:lnTo>
                <a:cubicBezTo>
                  <a:pt x="3914" y="2085"/>
                  <a:pt x="3882" y="2101"/>
                  <a:pt x="3850" y="2117"/>
                </a:cubicBezTo>
                <a:cubicBezTo>
                  <a:pt x="3771" y="2212"/>
                  <a:pt x="3659" y="2291"/>
                  <a:pt x="3548" y="2339"/>
                </a:cubicBezTo>
                <a:cubicBezTo>
                  <a:pt x="3516" y="2355"/>
                  <a:pt x="3500" y="2387"/>
                  <a:pt x="3500" y="2435"/>
                </a:cubicBezTo>
                <a:lnTo>
                  <a:pt x="3548" y="2673"/>
                </a:lnTo>
                <a:lnTo>
                  <a:pt x="3293" y="2721"/>
                </a:lnTo>
                <a:lnTo>
                  <a:pt x="3245" y="2482"/>
                </a:lnTo>
                <a:cubicBezTo>
                  <a:pt x="3229" y="2451"/>
                  <a:pt x="3198" y="2419"/>
                  <a:pt x="3166" y="2419"/>
                </a:cubicBezTo>
                <a:cubicBezTo>
                  <a:pt x="3039" y="2419"/>
                  <a:pt x="2911" y="2403"/>
                  <a:pt x="2800" y="2355"/>
                </a:cubicBezTo>
                <a:cubicBezTo>
                  <a:pt x="2768" y="2339"/>
                  <a:pt x="2720" y="2355"/>
                  <a:pt x="2705" y="2387"/>
                </a:cubicBezTo>
                <a:lnTo>
                  <a:pt x="2561" y="2594"/>
                </a:lnTo>
                <a:lnTo>
                  <a:pt x="2354" y="2451"/>
                </a:lnTo>
                <a:lnTo>
                  <a:pt x="2482" y="2244"/>
                </a:lnTo>
                <a:cubicBezTo>
                  <a:pt x="2498" y="2212"/>
                  <a:pt x="2498" y="2180"/>
                  <a:pt x="2466" y="2148"/>
                </a:cubicBezTo>
                <a:cubicBezTo>
                  <a:pt x="2371" y="2053"/>
                  <a:pt x="2307" y="1957"/>
                  <a:pt x="2243" y="1846"/>
                </a:cubicBezTo>
                <a:cubicBezTo>
                  <a:pt x="2227" y="1814"/>
                  <a:pt x="2195" y="1782"/>
                  <a:pt x="2163" y="1799"/>
                </a:cubicBezTo>
                <a:lnTo>
                  <a:pt x="1925" y="1846"/>
                </a:lnTo>
                <a:lnTo>
                  <a:pt x="1861" y="1591"/>
                </a:lnTo>
                <a:lnTo>
                  <a:pt x="2100" y="1544"/>
                </a:lnTo>
                <a:cubicBezTo>
                  <a:pt x="2132" y="1528"/>
                  <a:pt x="2163" y="1496"/>
                  <a:pt x="2163" y="1464"/>
                </a:cubicBezTo>
                <a:cubicBezTo>
                  <a:pt x="2163" y="1337"/>
                  <a:pt x="2180" y="1210"/>
                  <a:pt x="2227" y="1099"/>
                </a:cubicBezTo>
                <a:cubicBezTo>
                  <a:pt x="2243" y="1051"/>
                  <a:pt x="2227" y="1019"/>
                  <a:pt x="2195" y="1003"/>
                </a:cubicBezTo>
                <a:close/>
              </a:path>
            </a:pathLst>
          </a:custGeom>
          <a:solidFill>
            <a:srgbClr val="2E3C98"/>
          </a:solidFill>
          <a:ln cap="flat">
            <a:solidFill>
              <a:srgbClr val="00B8BA">
                <a:lumMod val="40000"/>
                <a:lumOff val="60000"/>
              </a:srgbClr>
            </a:solidFill>
            <a:prstDash val="solid"/>
          </a:ln>
          <a:effectLst/>
        </p:spPr>
        <p:txBody>
          <a:bodyPr vert="horz" wrap="none" lIns="90000" tIns="45000" rIns="90000" bIns="45000" anchor="ctr" anchorCtr="1" compatLnSpc="0"/>
          <a:lstStyle/>
          <a:p>
            <a:pPr marL="0" marR="0" lvl="0" indent="0" defTabSz="9144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SimSun" pitchFamily="2"/>
              <a:cs typeface="Lucida Sans" pitchFamily="2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83CCF60-95E0-4258-A8AD-C9C2DBC03566}"/>
              </a:ext>
            </a:extLst>
          </p:cNvPr>
          <p:cNvSpPr txBox="1"/>
          <p:nvPr/>
        </p:nvSpPr>
        <p:spPr>
          <a:xfrm>
            <a:off x="765115" y="9952562"/>
            <a:ext cx="2364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Desktop </a:t>
            </a:r>
            <a:r>
              <a:rPr kumimoji="0" lang="fr-FR" sz="1800" b="0" i="1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environment</a:t>
            </a:r>
            <a:endParaRPr kumimoji="0" lang="fr-FR" sz="1800" b="0" i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8F43713-3E71-47FA-BA26-EF384E8FBFC5}"/>
              </a:ext>
            </a:extLst>
          </p:cNvPr>
          <p:cNvGrpSpPr/>
          <p:nvPr/>
        </p:nvGrpSpPr>
        <p:grpSpPr>
          <a:xfrm>
            <a:off x="6964539" y="4505133"/>
            <a:ext cx="11248819" cy="6679067"/>
            <a:chOff x="6964539" y="4505133"/>
            <a:chExt cx="11248819" cy="6679067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8BC36FD7-5F13-4DF0-ADAF-71166B96C257}"/>
                </a:ext>
              </a:extLst>
            </p:cNvPr>
            <p:cNvSpPr/>
            <p:nvPr/>
          </p:nvSpPr>
          <p:spPr>
            <a:xfrm>
              <a:off x="6964539" y="4505133"/>
              <a:ext cx="11248819" cy="6679067"/>
            </a:xfrm>
            <a:prstGeom prst="rect">
              <a:avLst/>
            </a:prstGeom>
            <a:noFill/>
            <a:ln w="12700" cap="flat" cmpd="sng" algn="ctr">
              <a:solidFill>
                <a:srgbClr val="2E3C98"/>
              </a:solidFill>
              <a:prstDash val="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4C2755F-F4D0-4B29-A968-41E6E17F4116}"/>
                </a:ext>
              </a:extLst>
            </p:cNvPr>
            <p:cNvSpPr txBox="1"/>
            <p:nvPr/>
          </p:nvSpPr>
          <p:spPr>
            <a:xfrm>
              <a:off x="7038390" y="10683458"/>
              <a:ext cx="39421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800" b="0" i="1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Kubernetes</a:t>
              </a:r>
              <a:r>
                <a:rPr kumimoji="0" lang="fr-FR" sz="18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 / </a:t>
              </a:r>
              <a:r>
                <a:rPr kumimoji="0" lang="fr-FR" sz="1800" b="0" i="1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OpenShift</a:t>
              </a:r>
              <a:r>
                <a:rPr kumimoji="0" lang="fr-FR" sz="18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 </a:t>
              </a:r>
              <a:r>
                <a:rPr lang="fr-FR" i="1" kern="0" dirty="0">
                  <a:solidFill>
                    <a:srgbClr val="000000"/>
                  </a:solidFill>
                </a:rPr>
                <a:t>E</a:t>
              </a:r>
              <a:r>
                <a:rPr kumimoji="0" lang="fr-FR" sz="1800" b="0" i="1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nvironment</a:t>
              </a:r>
              <a:endParaRPr kumimoji="0" lang="fr-FR" sz="1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246073C-1337-48B0-9867-2140F620071D}"/>
              </a:ext>
            </a:extLst>
          </p:cNvPr>
          <p:cNvGrpSpPr/>
          <p:nvPr/>
        </p:nvGrpSpPr>
        <p:grpSpPr>
          <a:xfrm>
            <a:off x="11952874" y="8069180"/>
            <a:ext cx="5557566" cy="1560010"/>
            <a:chOff x="11952874" y="8069180"/>
            <a:chExt cx="5557566" cy="156001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ECD5A9F1-1015-4700-8CFA-1CC80B0091DA}"/>
                </a:ext>
              </a:extLst>
            </p:cNvPr>
            <p:cNvSpPr/>
            <p:nvPr/>
          </p:nvSpPr>
          <p:spPr>
            <a:xfrm>
              <a:off x="11952874" y="8069180"/>
              <a:ext cx="5557566" cy="1560010"/>
            </a:xfrm>
            <a:prstGeom prst="rect">
              <a:avLst/>
            </a:prstGeom>
            <a:solidFill>
              <a:srgbClr val="2E3C98">
                <a:alpha val="90000"/>
              </a:srgbClr>
            </a:solidFill>
            <a:ln w="12700" cap="flat" cmpd="sng" algn="ctr">
              <a:solidFill>
                <a:srgbClr val="4F3690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t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8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Document </a:t>
              </a:r>
              <a:r>
                <a:rPr kumimoji="0" lang="fr-FR" sz="1800" b="1" i="0" u="none" strike="noStrike" kern="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Generation</a:t>
              </a:r>
              <a:endParaRPr kumimoji="0" lang="fr-FR" sz="1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8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(Production Engine)</a:t>
              </a:r>
            </a:p>
          </p:txBody>
        </p:sp>
        <p:sp>
          <p:nvSpPr>
            <p:cNvPr id="35" name="Flowchart: Alternate Process 34">
              <a:extLst>
                <a:ext uri="{FF2B5EF4-FFF2-40B4-BE49-F238E27FC236}">
                  <a16:creationId xmlns:a16="http://schemas.microsoft.com/office/drawing/2014/main" id="{18ABDEBD-28EB-46C9-A734-47853C959E48}"/>
                </a:ext>
              </a:extLst>
            </p:cNvPr>
            <p:cNvSpPr/>
            <p:nvPr/>
          </p:nvSpPr>
          <p:spPr>
            <a:xfrm>
              <a:off x="14643210" y="8889326"/>
              <a:ext cx="2786887" cy="681135"/>
            </a:xfrm>
            <a:prstGeom prst="flowChartAlternateProcess">
              <a:avLst/>
            </a:prstGeom>
            <a:solidFill>
              <a:srgbClr val="FFFFFF"/>
            </a:solidFill>
            <a:ln w="12700" cap="flat" cmpd="sng" algn="ctr">
              <a:solidFill>
                <a:srgbClr val="4F3690">
                  <a:shade val="50000"/>
                </a:srgbClr>
              </a:solidFill>
              <a:prstDash val="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On-</a:t>
              </a:r>
              <a:r>
                <a:rPr kumimoji="0" lang="fr-FR" sz="18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demand</a:t>
              </a:r>
              <a:r>
                <a:rPr kumimoji="0" lang="fr-FR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 </a:t>
              </a:r>
              <a:r>
                <a:rPr kumimoji="0" lang="fr-FR" sz="18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processing</a:t>
              </a: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36" name="Flowchart: Alternate Process 35">
              <a:extLst>
                <a:ext uri="{FF2B5EF4-FFF2-40B4-BE49-F238E27FC236}">
                  <a16:creationId xmlns:a16="http://schemas.microsoft.com/office/drawing/2014/main" id="{3148DE65-D2EE-437E-82EA-F83BAAEBA9EB}"/>
                </a:ext>
              </a:extLst>
            </p:cNvPr>
            <p:cNvSpPr/>
            <p:nvPr/>
          </p:nvSpPr>
          <p:spPr>
            <a:xfrm>
              <a:off x="14643210" y="8127324"/>
              <a:ext cx="2798607" cy="681135"/>
            </a:xfrm>
            <a:prstGeom prst="flowChartAlternateProcess">
              <a:avLst/>
            </a:prstGeom>
            <a:solidFill>
              <a:srgbClr val="FFFFFF"/>
            </a:solidFill>
            <a:ln w="12700" cap="flat" cmpd="sng" algn="ctr">
              <a:solidFill>
                <a:srgbClr val="4F3690">
                  <a:shade val="50000"/>
                </a:srgbClr>
              </a:solidFill>
              <a:prstDash val="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Batch </a:t>
              </a:r>
              <a:r>
                <a:rPr kumimoji="0" lang="fr-FR" sz="18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processing</a:t>
              </a: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37" name="Freeform: Shape 11">
              <a:extLst>
                <a:ext uri="{FF2B5EF4-FFF2-40B4-BE49-F238E27FC236}">
                  <a16:creationId xmlns:a16="http://schemas.microsoft.com/office/drawing/2014/main" id="{18B6C79D-3F32-4041-BDAD-26A24C78988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747381" y="8668134"/>
              <a:ext cx="971991" cy="9000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582" h="3834">
                  <a:moveTo>
                    <a:pt x="223" y="2338"/>
                  </a:moveTo>
                  <a:cubicBezTo>
                    <a:pt x="175" y="2323"/>
                    <a:pt x="127" y="2338"/>
                    <a:pt x="95" y="2370"/>
                  </a:cubicBezTo>
                  <a:cubicBezTo>
                    <a:pt x="80" y="2386"/>
                    <a:pt x="63" y="2418"/>
                    <a:pt x="47" y="2434"/>
                  </a:cubicBezTo>
                  <a:lnTo>
                    <a:pt x="0" y="2609"/>
                  </a:lnTo>
                  <a:cubicBezTo>
                    <a:pt x="0" y="2641"/>
                    <a:pt x="0" y="2689"/>
                    <a:pt x="16" y="2720"/>
                  </a:cubicBezTo>
                  <a:cubicBezTo>
                    <a:pt x="32" y="2752"/>
                    <a:pt x="63" y="2768"/>
                    <a:pt x="111" y="2784"/>
                  </a:cubicBezTo>
                  <a:lnTo>
                    <a:pt x="207" y="2816"/>
                  </a:lnTo>
                  <a:cubicBezTo>
                    <a:pt x="207" y="2880"/>
                    <a:pt x="223" y="2927"/>
                    <a:pt x="238" y="2990"/>
                  </a:cubicBezTo>
                  <a:lnTo>
                    <a:pt x="143" y="3054"/>
                  </a:lnTo>
                  <a:cubicBezTo>
                    <a:pt x="127" y="3054"/>
                    <a:pt x="122" y="3065"/>
                    <a:pt x="111" y="3070"/>
                  </a:cubicBezTo>
                  <a:cubicBezTo>
                    <a:pt x="63" y="3118"/>
                    <a:pt x="47" y="3181"/>
                    <a:pt x="80" y="3245"/>
                  </a:cubicBezTo>
                  <a:lnTo>
                    <a:pt x="175" y="3389"/>
                  </a:lnTo>
                  <a:cubicBezTo>
                    <a:pt x="191" y="3436"/>
                    <a:pt x="223" y="3452"/>
                    <a:pt x="254" y="3468"/>
                  </a:cubicBezTo>
                  <a:cubicBezTo>
                    <a:pt x="302" y="3468"/>
                    <a:pt x="334" y="3468"/>
                    <a:pt x="366" y="3452"/>
                  </a:cubicBezTo>
                  <a:lnTo>
                    <a:pt x="461" y="3389"/>
                  </a:lnTo>
                  <a:cubicBezTo>
                    <a:pt x="509" y="3436"/>
                    <a:pt x="557" y="3484"/>
                    <a:pt x="604" y="3516"/>
                  </a:cubicBezTo>
                  <a:lnTo>
                    <a:pt x="572" y="3611"/>
                  </a:lnTo>
                  <a:cubicBezTo>
                    <a:pt x="557" y="3691"/>
                    <a:pt x="604" y="3770"/>
                    <a:pt x="684" y="3786"/>
                  </a:cubicBezTo>
                  <a:lnTo>
                    <a:pt x="859" y="3834"/>
                  </a:lnTo>
                  <a:lnTo>
                    <a:pt x="891" y="3834"/>
                  </a:lnTo>
                  <a:cubicBezTo>
                    <a:pt x="923" y="3834"/>
                    <a:pt x="954" y="3818"/>
                    <a:pt x="986" y="3802"/>
                  </a:cubicBezTo>
                  <a:cubicBezTo>
                    <a:pt x="1002" y="3786"/>
                    <a:pt x="1018" y="3754"/>
                    <a:pt x="1018" y="3738"/>
                  </a:cubicBezTo>
                  <a:lnTo>
                    <a:pt x="1050" y="3627"/>
                  </a:lnTo>
                  <a:cubicBezTo>
                    <a:pt x="1114" y="3627"/>
                    <a:pt x="1177" y="3627"/>
                    <a:pt x="1241" y="3611"/>
                  </a:cubicBezTo>
                  <a:lnTo>
                    <a:pt x="1289" y="3707"/>
                  </a:lnTo>
                  <a:cubicBezTo>
                    <a:pt x="1304" y="3738"/>
                    <a:pt x="1336" y="3754"/>
                    <a:pt x="1368" y="3770"/>
                  </a:cubicBezTo>
                  <a:cubicBezTo>
                    <a:pt x="1415" y="3770"/>
                    <a:pt x="1448" y="3770"/>
                    <a:pt x="1479" y="3754"/>
                  </a:cubicBezTo>
                  <a:lnTo>
                    <a:pt x="1638" y="3659"/>
                  </a:lnTo>
                  <a:cubicBezTo>
                    <a:pt x="1649" y="3654"/>
                    <a:pt x="1654" y="3643"/>
                    <a:pt x="1671" y="3643"/>
                  </a:cubicBezTo>
                  <a:cubicBezTo>
                    <a:pt x="1718" y="3595"/>
                    <a:pt x="1718" y="3532"/>
                    <a:pt x="1686" y="3468"/>
                  </a:cubicBezTo>
                  <a:lnTo>
                    <a:pt x="1638" y="3372"/>
                  </a:lnTo>
                  <a:cubicBezTo>
                    <a:pt x="1686" y="3341"/>
                    <a:pt x="1718" y="3277"/>
                    <a:pt x="1750" y="3229"/>
                  </a:cubicBezTo>
                  <a:lnTo>
                    <a:pt x="1861" y="3261"/>
                  </a:lnTo>
                  <a:cubicBezTo>
                    <a:pt x="1909" y="3277"/>
                    <a:pt x="1957" y="3261"/>
                    <a:pt x="1989" y="3229"/>
                  </a:cubicBezTo>
                  <a:cubicBezTo>
                    <a:pt x="2005" y="3213"/>
                    <a:pt x="2020" y="3181"/>
                    <a:pt x="2020" y="3166"/>
                  </a:cubicBezTo>
                  <a:lnTo>
                    <a:pt x="2068" y="2990"/>
                  </a:lnTo>
                  <a:cubicBezTo>
                    <a:pt x="2100" y="2911"/>
                    <a:pt x="2052" y="2832"/>
                    <a:pt x="1972" y="2816"/>
                  </a:cubicBezTo>
                  <a:lnTo>
                    <a:pt x="1877" y="2784"/>
                  </a:lnTo>
                  <a:cubicBezTo>
                    <a:pt x="1877" y="2720"/>
                    <a:pt x="1861" y="2657"/>
                    <a:pt x="1845" y="2609"/>
                  </a:cubicBezTo>
                  <a:lnTo>
                    <a:pt x="1941" y="2545"/>
                  </a:lnTo>
                  <a:cubicBezTo>
                    <a:pt x="1957" y="2545"/>
                    <a:pt x="1962" y="2535"/>
                    <a:pt x="1972" y="2529"/>
                  </a:cubicBezTo>
                  <a:cubicBezTo>
                    <a:pt x="2020" y="2481"/>
                    <a:pt x="2020" y="2418"/>
                    <a:pt x="1989" y="2354"/>
                  </a:cubicBezTo>
                  <a:lnTo>
                    <a:pt x="1909" y="2195"/>
                  </a:lnTo>
                  <a:cubicBezTo>
                    <a:pt x="1861" y="2132"/>
                    <a:pt x="1782" y="2116"/>
                    <a:pt x="1718" y="2147"/>
                  </a:cubicBezTo>
                  <a:lnTo>
                    <a:pt x="1623" y="2195"/>
                  </a:lnTo>
                  <a:cubicBezTo>
                    <a:pt x="1575" y="2163"/>
                    <a:pt x="1527" y="2116"/>
                    <a:pt x="1479" y="2084"/>
                  </a:cubicBezTo>
                  <a:lnTo>
                    <a:pt x="1495" y="1989"/>
                  </a:lnTo>
                  <a:cubicBezTo>
                    <a:pt x="1527" y="1909"/>
                    <a:pt x="1479" y="1829"/>
                    <a:pt x="1400" y="1813"/>
                  </a:cubicBezTo>
                  <a:lnTo>
                    <a:pt x="1225" y="1766"/>
                  </a:lnTo>
                  <a:cubicBezTo>
                    <a:pt x="1177" y="1750"/>
                    <a:pt x="1129" y="1766"/>
                    <a:pt x="1098" y="1798"/>
                  </a:cubicBezTo>
                  <a:cubicBezTo>
                    <a:pt x="1081" y="1813"/>
                    <a:pt x="1066" y="1845"/>
                    <a:pt x="1050" y="1861"/>
                  </a:cubicBezTo>
                  <a:lnTo>
                    <a:pt x="1034" y="1956"/>
                  </a:lnTo>
                  <a:cubicBezTo>
                    <a:pt x="970" y="1972"/>
                    <a:pt x="907" y="1972"/>
                    <a:pt x="843" y="1989"/>
                  </a:cubicBezTo>
                  <a:lnTo>
                    <a:pt x="795" y="1893"/>
                  </a:lnTo>
                  <a:cubicBezTo>
                    <a:pt x="747" y="1829"/>
                    <a:pt x="668" y="1798"/>
                    <a:pt x="604" y="1845"/>
                  </a:cubicBezTo>
                  <a:lnTo>
                    <a:pt x="445" y="1925"/>
                  </a:lnTo>
                  <a:lnTo>
                    <a:pt x="414" y="1956"/>
                  </a:lnTo>
                  <a:cubicBezTo>
                    <a:pt x="366" y="2004"/>
                    <a:pt x="366" y="2068"/>
                    <a:pt x="398" y="2116"/>
                  </a:cubicBezTo>
                  <a:lnTo>
                    <a:pt x="445" y="2211"/>
                  </a:lnTo>
                  <a:cubicBezTo>
                    <a:pt x="398" y="2259"/>
                    <a:pt x="366" y="2307"/>
                    <a:pt x="334" y="2370"/>
                  </a:cubicBezTo>
                  <a:close/>
                  <a:moveTo>
                    <a:pt x="445" y="2498"/>
                  </a:moveTo>
                  <a:cubicBezTo>
                    <a:pt x="477" y="2434"/>
                    <a:pt x="509" y="2370"/>
                    <a:pt x="557" y="2323"/>
                  </a:cubicBezTo>
                  <a:cubicBezTo>
                    <a:pt x="572" y="2307"/>
                    <a:pt x="589" y="2307"/>
                    <a:pt x="589" y="2290"/>
                  </a:cubicBezTo>
                  <a:cubicBezTo>
                    <a:pt x="620" y="2275"/>
                    <a:pt x="636" y="2227"/>
                    <a:pt x="620" y="2195"/>
                  </a:cubicBezTo>
                  <a:lnTo>
                    <a:pt x="541" y="2068"/>
                  </a:lnTo>
                  <a:lnTo>
                    <a:pt x="668" y="1989"/>
                  </a:lnTo>
                  <a:lnTo>
                    <a:pt x="732" y="2116"/>
                  </a:lnTo>
                  <a:cubicBezTo>
                    <a:pt x="763" y="2147"/>
                    <a:pt x="795" y="2163"/>
                    <a:pt x="827" y="2163"/>
                  </a:cubicBezTo>
                  <a:cubicBezTo>
                    <a:pt x="907" y="2132"/>
                    <a:pt x="1002" y="2116"/>
                    <a:pt x="1081" y="2132"/>
                  </a:cubicBezTo>
                  <a:cubicBezTo>
                    <a:pt x="1129" y="2132"/>
                    <a:pt x="1161" y="2100"/>
                    <a:pt x="1161" y="2068"/>
                  </a:cubicBezTo>
                  <a:lnTo>
                    <a:pt x="1209" y="1925"/>
                  </a:lnTo>
                  <a:lnTo>
                    <a:pt x="1352" y="1956"/>
                  </a:lnTo>
                  <a:lnTo>
                    <a:pt x="1304" y="2100"/>
                  </a:lnTo>
                  <a:cubicBezTo>
                    <a:pt x="1289" y="2147"/>
                    <a:pt x="1304" y="2179"/>
                    <a:pt x="1352" y="2195"/>
                  </a:cubicBezTo>
                  <a:cubicBezTo>
                    <a:pt x="1415" y="2227"/>
                    <a:pt x="1495" y="2290"/>
                    <a:pt x="1543" y="2354"/>
                  </a:cubicBezTo>
                  <a:cubicBezTo>
                    <a:pt x="1575" y="2386"/>
                    <a:pt x="1607" y="2386"/>
                    <a:pt x="1638" y="2370"/>
                  </a:cubicBezTo>
                  <a:lnTo>
                    <a:pt x="1782" y="2290"/>
                  </a:lnTo>
                  <a:lnTo>
                    <a:pt x="1845" y="2418"/>
                  </a:lnTo>
                  <a:lnTo>
                    <a:pt x="1718" y="2498"/>
                  </a:lnTo>
                  <a:cubicBezTo>
                    <a:pt x="1686" y="2513"/>
                    <a:pt x="1671" y="2545"/>
                    <a:pt x="1686" y="2593"/>
                  </a:cubicBezTo>
                  <a:cubicBezTo>
                    <a:pt x="1702" y="2672"/>
                    <a:pt x="1718" y="2752"/>
                    <a:pt x="1718" y="2847"/>
                  </a:cubicBezTo>
                  <a:cubicBezTo>
                    <a:pt x="1718" y="2880"/>
                    <a:pt x="1734" y="2911"/>
                    <a:pt x="1766" y="2927"/>
                  </a:cubicBezTo>
                  <a:lnTo>
                    <a:pt x="1925" y="2959"/>
                  </a:lnTo>
                  <a:lnTo>
                    <a:pt x="1877" y="3102"/>
                  </a:lnTo>
                  <a:lnTo>
                    <a:pt x="1734" y="3054"/>
                  </a:lnTo>
                  <a:cubicBezTo>
                    <a:pt x="1702" y="3054"/>
                    <a:pt x="1654" y="3070"/>
                    <a:pt x="1638" y="3102"/>
                  </a:cubicBezTo>
                  <a:cubicBezTo>
                    <a:pt x="1607" y="3166"/>
                    <a:pt x="1575" y="3229"/>
                    <a:pt x="1511" y="3277"/>
                  </a:cubicBezTo>
                  <a:lnTo>
                    <a:pt x="1479" y="3309"/>
                  </a:lnTo>
                  <a:cubicBezTo>
                    <a:pt x="1463" y="3325"/>
                    <a:pt x="1448" y="3372"/>
                    <a:pt x="1463" y="3404"/>
                  </a:cubicBezTo>
                  <a:lnTo>
                    <a:pt x="1543" y="3532"/>
                  </a:lnTo>
                  <a:lnTo>
                    <a:pt x="1415" y="3611"/>
                  </a:lnTo>
                  <a:lnTo>
                    <a:pt x="1352" y="3468"/>
                  </a:lnTo>
                  <a:cubicBezTo>
                    <a:pt x="1320" y="3436"/>
                    <a:pt x="1289" y="3420"/>
                    <a:pt x="1257" y="3436"/>
                  </a:cubicBezTo>
                  <a:cubicBezTo>
                    <a:pt x="1161" y="3468"/>
                    <a:pt x="1081" y="3468"/>
                    <a:pt x="1002" y="3468"/>
                  </a:cubicBezTo>
                  <a:cubicBezTo>
                    <a:pt x="954" y="3468"/>
                    <a:pt x="923" y="3500"/>
                    <a:pt x="923" y="3532"/>
                  </a:cubicBezTo>
                  <a:lnTo>
                    <a:pt x="875" y="3675"/>
                  </a:lnTo>
                  <a:lnTo>
                    <a:pt x="732" y="3643"/>
                  </a:lnTo>
                  <a:lnTo>
                    <a:pt x="780" y="3484"/>
                  </a:lnTo>
                  <a:cubicBezTo>
                    <a:pt x="780" y="3452"/>
                    <a:pt x="763" y="3420"/>
                    <a:pt x="732" y="3404"/>
                  </a:cubicBezTo>
                  <a:cubicBezTo>
                    <a:pt x="652" y="3357"/>
                    <a:pt x="589" y="3309"/>
                    <a:pt x="541" y="3245"/>
                  </a:cubicBezTo>
                  <a:cubicBezTo>
                    <a:pt x="509" y="3213"/>
                    <a:pt x="461" y="3213"/>
                    <a:pt x="429" y="3229"/>
                  </a:cubicBezTo>
                  <a:lnTo>
                    <a:pt x="302" y="3309"/>
                  </a:lnTo>
                  <a:lnTo>
                    <a:pt x="238" y="3181"/>
                  </a:lnTo>
                  <a:lnTo>
                    <a:pt x="366" y="3102"/>
                  </a:lnTo>
                  <a:cubicBezTo>
                    <a:pt x="398" y="3086"/>
                    <a:pt x="414" y="3038"/>
                    <a:pt x="398" y="3007"/>
                  </a:cubicBezTo>
                  <a:cubicBezTo>
                    <a:pt x="366" y="2927"/>
                    <a:pt x="366" y="2847"/>
                    <a:pt x="366" y="2752"/>
                  </a:cubicBezTo>
                  <a:cubicBezTo>
                    <a:pt x="366" y="2720"/>
                    <a:pt x="350" y="2689"/>
                    <a:pt x="302" y="2672"/>
                  </a:cubicBezTo>
                  <a:lnTo>
                    <a:pt x="159" y="2641"/>
                  </a:lnTo>
                  <a:lnTo>
                    <a:pt x="207" y="2498"/>
                  </a:lnTo>
                  <a:lnTo>
                    <a:pt x="350" y="2529"/>
                  </a:lnTo>
                  <a:cubicBezTo>
                    <a:pt x="381" y="2545"/>
                    <a:pt x="429" y="2529"/>
                    <a:pt x="445" y="2498"/>
                  </a:cubicBezTo>
                  <a:close/>
                  <a:moveTo>
                    <a:pt x="1829" y="1433"/>
                  </a:moveTo>
                  <a:cubicBezTo>
                    <a:pt x="1798" y="1448"/>
                    <a:pt x="1750" y="1464"/>
                    <a:pt x="1734" y="1512"/>
                  </a:cubicBezTo>
                  <a:cubicBezTo>
                    <a:pt x="1702" y="1544"/>
                    <a:pt x="1702" y="1591"/>
                    <a:pt x="1702" y="1623"/>
                  </a:cubicBezTo>
                  <a:lnTo>
                    <a:pt x="1766" y="1878"/>
                  </a:lnTo>
                  <a:cubicBezTo>
                    <a:pt x="1782" y="1926"/>
                    <a:pt x="1798" y="1957"/>
                    <a:pt x="1845" y="1990"/>
                  </a:cubicBezTo>
                  <a:cubicBezTo>
                    <a:pt x="1877" y="2005"/>
                    <a:pt x="1925" y="2021"/>
                    <a:pt x="1957" y="2005"/>
                  </a:cubicBezTo>
                  <a:lnTo>
                    <a:pt x="2132" y="1973"/>
                  </a:lnTo>
                  <a:cubicBezTo>
                    <a:pt x="2180" y="2053"/>
                    <a:pt x="2243" y="2133"/>
                    <a:pt x="2307" y="2212"/>
                  </a:cubicBezTo>
                  <a:lnTo>
                    <a:pt x="2211" y="2371"/>
                  </a:lnTo>
                  <a:cubicBezTo>
                    <a:pt x="2163" y="2435"/>
                    <a:pt x="2180" y="2546"/>
                    <a:pt x="2259" y="2594"/>
                  </a:cubicBezTo>
                  <a:lnTo>
                    <a:pt x="2482" y="2721"/>
                  </a:lnTo>
                  <a:cubicBezTo>
                    <a:pt x="2514" y="2753"/>
                    <a:pt x="2561" y="2753"/>
                    <a:pt x="2609" y="2753"/>
                  </a:cubicBezTo>
                  <a:cubicBezTo>
                    <a:pt x="2641" y="2737"/>
                    <a:pt x="2689" y="2721"/>
                    <a:pt x="2705" y="2673"/>
                  </a:cubicBezTo>
                  <a:lnTo>
                    <a:pt x="2800" y="2530"/>
                  </a:lnTo>
                  <a:cubicBezTo>
                    <a:pt x="2895" y="2562"/>
                    <a:pt x="2991" y="2578"/>
                    <a:pt x="3102" y="2578"/>
                  </a:cubicBezTo>
                  <a:lnTo>
                    <a:pt x="3134" y="2753"/>
                  </a:lnTo>
                  <a:cubicBezTo>
                    <a:pt x="3150" y="2801"/>
                    <a:pt x="3166" y="2833"/>
                    <a:pt x="3214" y="2848"/>
                  </a:cubicBezTo>
                  <a:cubicBezTo>
                    <a:pt x="3229" y="2881"/>
                    <a:pt x="3262" y="2881"/>
                    <a:pt x="3293" y="2881"/>
                  </a:cubicBezTo>
                  <a:lnTo>
                    <a:pt x="3341" y="2881"/>
                  </a:lnTo>
                  <a:lnTo>
                    <a:pt x="3579" y="2817"/>
                  </a:lnTo>
                  <a:cubicBezTo>
                    <a:pt x="3675" y="2801"/>
                    <a:pt x="3723" y="2721"/>
                    <a:pt x="3707" y="2626"/>
                  </a:cubicBezTo>
                  <a:lnTo>
                    <a:pt x="3675" y="2451"/>
                  </a:lnTo>
                  <a:cubicBezTo>
                    <a:pt x="3754" y="2403"/>
                    <a:pt x="3850" y="2355"/>
                    <a:pt x="3914" y="2276"/>
                  </a:cubicBezTo>
                  <a:lnTo>
                    <a:pt x="4073" y="2371"/>
                  </a:lnTo>
                  <a:cubicBezTo>
                    <a:pt x="4105" y="2403"/>
                    <a:pt x="4152" y="2403"/>
                    <a:pt x="4184" y="2403"/>
                  </a:cubicBezTo>
                  <a:cubicBezTo>
                    <a:pt x="4232" y="2387"/>
                    <a:pt x="4263" y="2355"/>
                    <a:pt x="4296" y="2324"/>
                  </a:cubicBezTo>
                  <a:lnTo>
                    <a:pt x="4423" y="2101"/>
                  </a:lnTo>
                  <a:cubicBezTo>
                    <a:pt x="4454" y="2069"/>
                    <a:pt x="4454" y="2021"/>
                    <a:pt x="4454" y="1990"/>
                  </a:cubicBezTo>
                  <a:cubicBezTo>
                    <a:pt x="4439" y="1942"/>
                    <a:pt x="4423" y="1910"/>
                    <a:pt x="4375" y="1878"/>
                  </a:cubicBezTo>
                  <a:lnTo>
                    <a:pt x="4232" y="1782"/>
                  </a:lnTo>
                  <a:cubicBezTo>
                    <a:pt x="4263" y="1687"/>
                    <a:pt x="4280" y="1591"/>
                    <a:pt x="4280" y="1496"/>
                  </a:cubicBezTo>
                  <a:lnTo>
                    <a:pt x="4454" y="1448"/>
                  </a:lnTo>
                  <a:cubicBezTo>
                    <a:pt x="4502" y="1448"/>
                    <a:pt x="4534" y="1417"/>
                    <a:pt x="4566" y="1385"/>
                  </a:cubicBezTo>
                  <a:cubicBezTo>
                    <a:pt x="4582" y="1337"/>
                    <a:pt x="4582" y="1290"/>
                    <a:pt x="4582" y="1257"/>
                  </a:cubicBezTo>
                  <a:lnTo>
                    <a:pt x="4518" y="1003"/>
                  </a:lnTo>
                  <a:cubicBezTo>
                    <a:pt x="4518" y="955"/>
                    <a:pt x="4486" y="923"/>
                    <a:pt x="4454" y="908"/>
                  </a:cubicBezTo>
                  <a:cubicBezTo>
                    <a:pt x="4423" y="876"/>
                    <a:pt x="4375" y="876"/>
                    <a:pt x="4327" y="876"/>
                  </a:cubicBezTo>
                  <a:lnTo>
                    <a:pt x="4152" y="923"/>
                  </a:lnTo>
                  <a:cubicBezTo>
                    <a:pt x="4105" y="828"/>
                    <a:pt x="4057" y="748"/>
                    <a:pt x="3977" y="669"/>
                  </a:cubicBezTo>
                  <a:lnTo>
                    <a:pt x="4073" y="526"/>
                  </a:lnTo>
                  <a:cubicBezTo>
                    <a:pt x="4120" y="446"/>
                    <a:pt x="4105" y="351"/>
                    <a:pt x="4025" y="287"/>
                  </a:cubicBezTo>
                  <a:lnTo>
                    <a:pt x="3818" y="160"/>
                  </a:lnTo>
                  <a:cubicBezTo>
                    <a:pt x="3771" y="128"/>
                    <a:pt x="3723" y="128"/>
                    <a:pt x="3691" y="144"/>
                  </a:cubicBezTo>
                  <a:cubicBezTo>
                    <a:pt x="3643" y="144"/>
                    <a:pt x="3611" y="176"/>
                    <a:pt x="3579" y="208"/>
                  </a:cubicBezTo>
                  <a:lnTo>
                    <a:pt x="3484" y="351"/>
                  </a:lnTo>
                  <a:cubicBezTo>
                    <a:pt x="3389" y="319"/>
                    <a:pt x="3293" y="303"/>
                    <a:pt x="3198" y="303"/>
                  </a:cubicBezTo>
                  <a:lnTo>
                    <a:pt x="3150" y="128"/>
                  </a:lnTo>
                  <a:cubicBezTo>
                    <a:pt x="3150" y="96"/>
                    <a:pt x="3118" y="48"/>
                    <a:pt x="3086" y="32"/>
                  </a:cubicBezTo>
                  <a:cubicBezTo>
                    <a:pt x="3039" y="0"/>
                    <a:pt x="3007" y="0"/>
                    <a:pt x="2959" y="0"/>
                  </a:cubicBezTo>
                  <a:lnTo>
                    <a:pt x="2705" y="64"/>
                  </a:lnTo>
                  <a:cubicBezTo>
                    <a:pt x="2625" y="80"/>
                    <a:pt x="2561" y="176"/>
                    <a:pt x="2577" y="255"/>
                  </a:cubicBezTo>
                  <a:lnTo>
                    <a:pt x="2625" y="430"/>
                  </a:lnTo>
                  <a:cubicBezTo>
                    <a:pt x="2529" y="478"/>
                    <a:pt x="2450" y="542"/>
                    <a:pt x="2371" y="605"/>
                  </a:cubicBezTo>
                  <a:lnTo>
                    <a:pt x="2227" y="510"/>
                  </a:lnTo>
                  <a:cubicBezTo>
                    <a:pt x="2180" y="494"/>
                    <a:pt x="2148" y="478"/>
                    <a:pt x="2100" y="494"/>
                  </a:cubicBezTo>
                  <a:cubicBezTo>
                    <a:pt x="2052" y="494"/>
                    <a:pt x="2020" y="526"/>
                    <a:pt x="2005" y="557"/>
                  </a:cubicBezTo>
                  <a:lnTo>
                    <a:pt x="1861" y="780"/>
                  </a:lnTo>
                  <a:cubicBezTo>
                    <a:pt x="1829" y="812"/>
                    <a:pt x="1829" y="860"/>
                    <a:pt x="1845" y="908"/>
                  </a:cubicBezTo>
                  <a:cubicBezTo>
                    <a:pt x="1845" y="939"/>
                    <a:pt x="1877" y="987"/>
                    <a:pt x="1909" y="1003"/>
                  </a:cubicBezTo>
                  <a:lnTo>
                    <a:pt x="2052" y="1099"/>
                  </a:lnTo>
                  <a:cubicBezTo>
                    <a:pt x="2020" y="1194"/>
                    <a:pt x="2005" y="1290"/>
                    <a:pt x="2005" y="1400"/>
                  </a:cubicBezTo>
                  <a:close/>
                  <a:moveTo>
                    <a:pt x="2195" y="1003"/>
                  </a:moveTo>
                  <a:lnTo>
                    <a:pt x="1989" y="876"/>
                  </a:lnTo>
                  <a:lnTo>
                    <a:pt x="1989" y="860"/>
                  </a:lnTo>
                  <a:lnTo>
                    <a:pt x="2132" y="637"/>
                  </a:lnTo>
                  <a:lnTo>
                    <a:pt x="2338" y="780"/>
                  </a:lnTo>
                  <a:cubicBezTo>
                    <a:pt x="2371" y="796"/>
                    <a:pt x="2418" y="780"/>
                    <a:pt x="2434" y="764"/>
                  </a:cubicBezTo>
                  <a:cubicBezTo>
                    <a:pt x="2529" y="669"/>
                    <a:pt x="2625" y="605"/>
                    <a:pt x="2736" y="542"/>
                  </a:cubicBezTo>
                  <a:cubicBezTo>
                    <a:pt x="2784" y="526"/>
                    <a:pt x="2800" y="494"/>
                    <a:pt x="2784" y="462"/>
                  </a:cubicBezTo>
                  <a:lnTo>
                    <a:pt x="2736" y="223"/>
                  </a:lnTo>
                  <a:lnTo>
                    <a:pt x="2991" y="160"/>
                  </a:lnTo>
                  <a:lnTo>
                    <a:pt x="3054" y="399"/>
                  </a:lnTo>
                  <a:cubicBezTo>
                    <a:pt x="3054" y="430"/>
                    <a:pt x="3102" y="462"/>
                    <a:pt x="3134" y="462"/>
                  </a:cubicBezTo>
                  <a:cubicBezTo>
                    <a:pt x="3245" y="462"/>
                    <a:pt x="3373" y="478"/>
                    <a:pt x="3500" y="526"/>
                  </a:cubicBezTo>
                  <a:cubicBezTo>
                    <a:pt x="3532" y="542"/>
                    <a:pt x="3563" y="526"/>
                    <a:pt x="3596" y="494"/>
                  </a:cubicBezTo>
                  <a:lnTo>
                    <a:pt x="3723" y="287"/>
                  </a:lnTo>
                  <a:lnTo>
                    <a:pt x="3945" y="430"/>
                  </a:lnTo>
                  <a:lnTo>
                    <a:pt x="3818" y="637"/>
                  </a:lnTo>
                  <a:cubicBezTo>
                    <a:pt x="3802" y="669"/>
                    <a:pt x="3802" y="717"/>
                    <a:pt x="3834" y="733"/>
                  </a:cubicBezTo>
                  <a:cubicBezTo>
                    <a:pt x="3914" y="828"/>
                    <a:pt x="3993" y="923"/>
                    <a:pt x="4041" y="1035"/>
                  </a:cubicBezTo>
                  <a:cubicBezTo>
                    <a:pt x="4057" y="1082"/>
                    <a:pt x="4089" y="1099"/>
                    <a:pt x="4136" y="1082"/>
                  </a:cubicBezTo>
                  <a:lnTo>
                    <a:pt x="4375" y="1035"/>
                  </a:lnTo>
                  <a:lnTo>
                    <a:pt x="4423" y="1290"/>
                  </a:lnTo>
                  <a:lnTo>
                    <a:pt x="4184" y="1353"/>
                  </a:lnTo>
                  <a:cubicBezTo>
                    <a:pt x="4152" y="1353"/>
                    <a:pt x="4120" y="1385"/>
                    <a:pt x="4120" y="1433"/>
                  </a:cubicBezTo>
                  <a:cubicBezTo>
                    <a:pt x="4120" y="1560"/>
                    <a:pt x="4105" y="1671"/>
                    <a:pt x="4057" y="1799"/>
                  </a:cubicBezTo>
                  <a:cubicBezTo>
                    <a:pt x="4041" y="1830"/>
                    <a:pt x="4057" y="1862"/>
                    <a:pt x="4089" y="1894"/>
                  </a:cubicBezTo>
                  <a:lnTo>
                    <a:pt x="4296" y="2021"/>
                  </a:lnTo>
                  <a:lnTo>
                    <a:pt x="4152" y="2244"/>
                  </a:lnTo>
                  <a:lnTo>
                    <a:pt x="3945" y="2117"/>
                  </a:lnTo>
                  <a:cubicBezTo>
                    <a:pt x="3914" y="2085"/>
                    <a:pt x="3882" y="2101"/>
                    <a:pt x="3850" y="2117"/>
                  </a:cubicBezTo>
                  <a:cubicBezTo>
                    <a:pt x="3771" y="2212"/>
                    <a:pt x="3659" y="2291"/>
                    <a:pt x="3548" y="2339"/>
                  </a:cubicBezTo>
                  <a:cubicBezTo>
                    <a:pt x="3516" y="2355"/>
                    <a:pt x="3500" y="2387"/>
                    <a:pt x="3500" y="2435"/>
                  </a:cubicBezTo>
                  <a:lnTo>
                    <a:pt x="3548" y="2673"/>
                  </a:lnTo>
                  <a:lnTo>
                    <a:pt x="3293" y="2721"/>
                  </a:lnTo>
                  <a:lnTo>
                    <a:pt x="3245" y="2482"/>
                  </a:lnTo>
                  <a:cubicBezTo>
                    <a:pt x="3229" y="2451"/>
                    <a:pt x="3198" y="2419"/>
                    <a:pt x="3166" y="2419"/>
                  </a:cubicBezTo>
                  <a:cubicBezTo>
                    <a:pt x="3039" y="2419"/>
                    <a:pt x="2911" y="2403"/>
                    <a:pt x="2800" y="2355"/>
                  </a:cubicBezTo>
                  <a:cubicBezTo>
                    <a:pt x="2768" y="2339"/>
                    <a:pt x="2720" y="2355"/>
                    <a:pt x="2705" y="2387"/>
                  </a:cubicBezTo>
                  <a:lnTo>
                    <a:pt x="2561" y="2594"/>
                  </a:lnTo>
                  <a:lnTo>
                    <a:pt x="2354" y="2451"/>
                  </a:lnTo>
                  <a:lnTo>
                    <a:pt x="2482" y="2244"/>
                  </a:lnTo>
                  <a:cubicBezTo>
                    <a:pt x="2498" y="2212"/>
                    <a:pt x="2498" y="2180"/>
                    <a:pt x="2466" y="2148"/>
                  </a:cubicBezTo>
                  <a:cubicBezTo>
                    <a:pt x="2371" y="2053"/>
                    <a:pt x="2307" y="1957"/>
                    <a:pt x="2243" y="1846"/>
                  </a:cubicBezTo>
                  <a:cubicBezTo>
                    <a:pt x="2227" y="1814"/>
                    <a:pt x="2195" y="1782"/>
                    <a:pt x="2163" y="1799"/>
                  </a:cubicBezTo>
                  <a:lnTo>
                    <a:pt x="1925" y="1846"/>
                  </a:lnTo>
                  <a:lnTo>
                    <a:pt x="1861" y="1591"/>
                  </a:lnTo>
                  <a:lnTo>
                    <a:pt x="2100" y="1544"/>
                  </a:lnTo>
                  <a:cubicBezTo>
                    <a:pt x="2132" y="1528"/>
                    <a:pt x="2163" y="1496"/>
                    <a:pt x="2163" y="1464"/>
                  </a:cubicBezTo>
                  <a:cubicBezTo>
                    <a:pt x="2163" y="1337"/>
                    <a:pt x="2180" y="1210"/>
                    <a:pt x="2227" y="1099"/>
                  </a:cubicBezTo>
                  <a:cubicBezTo>
                    <a:pt x="2243" y="1051"/>
                    <a:pt x="2227" y="1019"/>
                    <a:pt x="2195" y="1003"/>
                  </a:cubicBezTo>
                  <a:close/>
                </a:path>
              </a:pathLst>
            </a:custGeom>
            <a:solidFill>
              <a:srgbClr val="2E3C98"/>
            </a:solidFill>
            <a:ln cap="flat">
              <a:solidFill>
                <a:srgbClr val="FFFFFF"/>
              </a:solidFill>
              <a:prstDash val="solid"/>
            </a:ln>
            <a:effectLst/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defTabSz="91440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SimSun" pitchFamily="2"/>
                <a:cs typeface="Lucida Sans" pitchFamily="2"/>
              </a:endParaRPr>
            </a:p>
          </p:txBody>
        </p:sp>
      </p:grp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FCCA4EAF-0A3B-469B-B16A-DD810FB2607E}"/>
              </a:ext>
            </a:extLst>
          </p:cNvPr>
          <p:cNvCxnSpPr>
            <a:cxnSpLocks/>
            <a:stCxn id="23" idx="3"/>
          </p:cNvCxnSpPr>
          <p:nvPr/>
        </p:nvCxnSpPr>
        <p:spPr>
          <a:xfrm>
            <a:off x="2195994" y="5094514"/>
            <a:ext cx="0" cy="2544144"/>
          </a:xfrm>
          <a:prstGeom prst="straightConnector1">
            <a:avLst/>
          </a:prstGeom>
          <a:noFill/>
          <a:ln w="28575" cap="flat" cmpd="sng" algn="ctr">
            <a:solidFill>
              <a:srgbClr val="0070C0"/>
            </a:solidFill>
            <a:prstDash val="solid"/>
            <a:miter lim="800000"/>
            <a:headEnd type="triangle" w="lg" len="med"/>
            <a:tailEnd type="triangle" w="lg" len="med"/>
          </a:ln>
          <a:effectLst/>
        </p:spPr>
      </p:cxnSp>
      <p:grpSp>
        <p:nvGrpSpPr>
          <p:cNvPr id="39" name="Group 38">
            <a:extLst>
              <a:ext uri="{FF2B5EF4-FFF2-40B4-BE49-F238E27FC236}">
                <a16:creationId xmlns:a16="http://schemas.microsoft.com/office/drawing/2014/main" id="{4B4783D3-E576-4196-A2A9-65BDA37935B7}"/>
              </a:ext>
            </a:extLst>
          </p:cNvPr>
          <p:cNvGrpSpPr/>
          <p:nvPr/>
        </p:nvGrpSpPr>
        <p:grpSpPr>
          <a:xfrm>
            <a:off x="6314508" y="6907755"/>
            <a:ext cx="1079239" cy="1663952"/>
            <a:chOff x="6314508" y="6907755"/>
            <a:chExt cx="1079239" cy="1663952"/>
          </a:xfrm>
        </p:grpSpPr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238E27AD-6AA7-4E62-9196-828865DE23B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14508" y="6907755"/>
              <a:ext cx="1079239" cy="0"/>
            </a:xfrm>
            <a:prstGeom prst="straightConnector1">
              <a:avLst/>
            </a:prstGeom>
            <a:noFill/>
            <a:ln w="28575" cap="flat" cmpd="sng" algn="ctr">
              <a:solidFill>
                <a:srgbClr val="0070C0"/>
              </a:solidFill>
              <a:prstDash val="solid"/>
              <a:miter lim="800000"/>
              <a:headEnd type="triangle" w="lg" len="med"/>
              <a:tailEnd type="triangle" w="lg" len="med"/>
            </a:ln>
            <a:effectLst/>
          </p:spPr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CD3D17EB-FD83-4BEB-8B7B-03815F785267}"/>
                </a:ext>
              </a:extLst>
            </p:cNvPr>
            <p:cNvCxnSpPr>
              <a:cxnSpLocks/>
            </p:cNvCxnSpPr>
            <p:nvPr/>
          </p:nvCxnSpPr>
          <p:spPr>
            <a:xfrm>
              <a:off x="6375122" y="8571707"/>
              <a:ext cx="989849" cy="0"/>
            </a:xfrm>
            <a:prstGeom prst="straightConnector1">
              <a:avLst/>
            </a:prstGeom>
            <a:noFill/>
            <a:ln w="28575" cap="flat" cmpd="sng" algn="ctr">
              <a:solidFill>
                <a:srgbClr val="0070C0"/>
              </a:solidFill>
              <a:prstDash val="solid"/>
              <a:miter lim="800000"/>
              <a:headEnd type="none" w="lg" len="med"/>
              <a:tailEnd type="triangle" w="lg" len="med"/>
            </a:ln>
            <a:effectLst/>
          </p:spPr>
        </p:cxnSp>
      </p:grp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153DFE9B-AB80-44CF-B0D4-D37F2997E6BB}"/>
              </a:ext>
            </a:extLst>
          </p:cNvPr>
          <p:cNvCxnSpPr>
            <a:cxnSpLocks/>
          </p:cNvCxnSpPr>
          <p:nvPr/>
        </p:nvCxnSpPr>
        <p:spPr>
          <a:xfrm>
            <a:off x="5542389" y="4693387"/>
            <a:ext cx="1" cy="1562877"/>
          </a:xfrm>
          <a:prstGeom prst="straightConnector1">
            <a:avLst/>
          </a:prstGeom>
          <a:noFill/>
          <a:ln w="28575" cap="flat" cmpd="sng" algn="ctr">
            <a:solidFill>
              <a:srgbClr val="0070C0"/>
            </a:solidFill>
            <a:prstDash val="solid"/>
            <a:miter lim="800000"/>
            <a:headEnd type="triangle" w="lg" len="med"/>
            <a:tailEnd type="triangle" w="lg" len="med"/>
          </a:ln>
          <a:effectLst/>
        </p:spPr>
      </p:cxn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4923D8D-C668-49FC-8A67-7971768221C2}"/>
              </a:ext>
            </a:extLst>
          </p:cNvPr>
          <p:cNvGrpSpPr/>
          <p:nvPr/>
        </p:nvGrpSpPr>
        <p:grpSpPr>
          <a:xfrm>
            <a:off x="11934213" y="10244283"/>
            <a:ext cx="4011803" cy="2314714"/>
            <a:chOff x="11934213" y="10244283"/>
            <a:chExt cx="4011803" cy="2314714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2678E64E-56EB-45B2-AF07-997580885983}"/>
                </a:ext>
              </a:extLst>
            </p:cNvPr>
            <p:cNvSpPr/>
            <p:nvPr/>
          </p:nvSpPr>
          <p:spPr>
            <a:xfrm>
              <a:off x="13427111" y="10244283"/>
              <a:ext cx="2369617" cy="650031"/>
            </a:xfrm>
            <a:prstGeom prst="rect">
              <a:avLst/>
            </a:prstGeom>
            <a:solidFill>
              <a:srgbClr val="00B8BA">
                <a:lumMod val="75000"/>
                <a:alpha val="90000"/>
              </a:srgbClr>
            </a:solidFill>
            <a:ln w="12700" cap="flat" cmpd="sng" algn="ctr">
              <a:solidFill>
                <a:srgbClr val="4F3690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NFS </a:t>
              </a:r>
              <a:r>
                <a:rPr kumimoji="0" lang="fr-FR" sz="18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Provisioner</a:t>
              </a:r>
              <a:r>
                <a:rPr kumimoji="0" lang="fr-FR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 / CSI Driver</a:t>
              </a:r>
            </a:p>
          </p:txBody>
        </p: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13242F96-321B-4798-9C54-0BD4529CDCC6}"/>
                </a:ext>
              </a:extLst>
            </p:cNvPr>
            <p:cNvGrpSpPr/>
            <p:nvPr/>
          </p:nvGrpSpPr>
          <p:grpSpPr>
            <a:xfrm>
              <a:off x="11934213" y="11429991"/>
              <a:ext cx="4011803" cy="1129006"/>
              <a:chOff x="16226291" y="11485974"/>
              <a:chExt cx="4011803" cy="1129006"/>
            </a:xfrm>
          </p:grpSpPr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E2D87CD8-B53C-422A-BA31-BD9A4B0B1D4B}"/>
                  </a:ext>
                </a:extLst>
              </p:cNvPr>
              <p:cNvSpPr/>
              <p:nvPr/>
            </p:nvSpPr>
            <p:spPr>
              <a:xfrm>
                <a:off x="16226291" y="11485974"/>
                <a:ext cx="4011803" cy="1129006"/>
              </a:xfrm>
              <a:prstGeom prst="rect">
                <a:avLst/>
              </a:prstGeom>
              <a:solidFill>
                <a:srgbClr val="FFFFFF"/>
              </a:solidFill>
              <a:ln w="12700" cap="flat" cmpd="sng" algn="ctr">
                <a:solidFill>
                  <a:srgbClr val="2E3C98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r-FR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               </a:t>
                </a:r>
                <a:r>
                  <a:rPr kumimoji="0" lang="fr-FR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E3C98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Storage</a:t>
                </a:r>
                <a:endParaRPr kumimoji="0" lang="fr-FR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2E3C98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9" name="Freeform: Shape 13">
                <a:extLst>
                  <a:ext uri="{FF2B5EF4-FFF2-40B4-BE49-F238E27FC236}">
                    <a16:creationId xmlns:a16="http://schemas.microsoft.com/office/drawing/2014/main" id="{64F90279-3643-4E1B-B481-BBFDFA26EF3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8878773" y="11582477"/>
                <a:ext cx="741258" cy="93600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579" h="4519">
                    <a:moveTo>
                      <a:pt x="3181" y="415"/>
                    </a:moveTo>
                    <a:cubicBezTo>
                      <a:pt x="3245" y="383"/>
                      <a:pt x="3308" y="352"/>
                      <a:pt x="3340" y="320"/>
                    </a:cubicBezTo>
                    <a:cubicBezTo>
                      <a:pt x="3404" y="288"/>
                      <a:pt x="3420" y="240"/>
                      <a:pt x="3404" y="192"/>
                    </a:cubicBezTo>
                    <a:cubicBezTo>
                      <a:pt x="3372" y="81"/>
                      <a:pt x="3150" y="-14"/>
                      <a:pt x="3006" y="2"/>
                    </a:cubicBezTo>
                    <a:cubicBezTo>
                      <a:pt x="2959" y="17"/>
                      <a:pt x="2863" y="65"/>
                      <a:pt x="2831" y="81"/>
                    </a:cubicBezTo>
                    <a:cubicBezTo>
                      <a:pt x="2815" y="81"/>
                      <a:pt x="2736" y="129"/>
                      <a:pt x="2641" y="192"/>
                    </a:cubicBezTo>
                    <a:cubicBezTo>
                      <a:pt x="2370" y="129"/>
                      <a:pt x="2084" y="97"/>
                      <a:pt x="1797" y="97"/>
                    </a:cubicBezTo>
                    <a:cubicBezTo>
                      <a:pt x="795" y="97"/>
                      <a:pt x="0" y="479"/>
                      <a:pt x="0" y="988"/>
                    </a:cubicBezTo>
                    <a:cubicBezTo>
                      <a:pt x="0" y="1099"/>
                      <a:pt x="48" y="1210"/>
                      <a:pt x="127" y="1322"/>
                    </a:cubicBezTo>
                    <a:cubicBezTo>
                      <a:pt x="48" y="1417"/>
                      <a:pt x="0" y="1529"/>
                      <a:pt x="0" y="1640"/>
                    </a:cubicBezTo>
                    <a:cubicBezTo>
                      <a:pt x="0" y="1767"/>
                      <a:pt x="48" y="1879"/>
                      <a:pt x="127" y="1974"/>
                    </a:cubicBezTo>
                    <a:cubicBezTo>
                      <a:pt x="48" y="2070"/>
                      <a:pt x="0" y="2181"/>
                      <a:pt x="0" y="2308"/>
                    </a:cubicBezTo>
                    <a:cubicBezTo>
                      <a:pt x="0" y="2419"/>
                      <a:pt x="48" y="2531"/>
                      <a:pt x="127" y="2626"/>
                    </a:cubicBezTo>
                    <a:cubicBezTo>
                      <a:pt x="48" y="2737"/>
                      <a:pt x="0" y="2849"/>
                      <a:pt x="0" y="2960"/>
                    </a:cubicBezTo>
                    <a:cubicBezTo>
                      <a:pt x="0" y="3071"/>
                      <a:pt x="48" y="3183"/>
                      <a:pt x="127" y="3294"/>
                    </a:cubicBezTo>
                    <a:cubicBezTo>
                      <a:pt x="48" y="3389"/>
                      <a:pt x="0" y="3501"/>
                      <a:pt x="0" y="3612"/>
                    </a:cubicBezTo>
                    <a:cubicBezTo>
                      <a:pt x="0" y="4121"/>
                      <a:pt x="795" y="4519"/>
                      <a:pt x="1797" y="4519"/>
                    </a:cubicBezTo>
                    <a:cubicBezTo>
                      <a:pt x="2799" y="4519"/>
                      <a:pt x="3579" y="4121"/>
                      <a:pt x="3579" y="3612"/>
                    </a:cubicBezTo>
                    <a:cubicBezTo>
                      <a:pt x="3579" y="3501"/>
                      <a:pt x="3547" y="3389"/>
                      <a:pt x="3451" y="3294"/>
                    </a:cubicBezTo>
                    <a:cubicBezTo>
                      <a:pt x="3531" y="3183"/>
                      <a:pt x="3579" y="3071"/>
                      <a:pt x="3579" y="2960"/>
                    </a:cubicBezTo>
                    <a:cubicBezTo>
                      <a:pt x="3579" y="2849"/>
                      <a:pt x="3547" y="2737"/>
                      <a:pt x="3451" y="2626"/>
                    </a:cubicBezTo>
                    <a:cubicBezTo>
                      <a:pt x="3531" y="2531"/>
                      <a:pt x="3579" y="2419"/>
                      <a:pt x="3579" y="2308"/>
                    </a:cubicBezTo>
                    <a:cubicBezTo>
                      <a:pt x="3579" y="2181"/>
                      <a:pt x="3547" y="2070"/>
                      <a:pt x="3451" y="1974"/>
                    </a:cubicBezTo>
                    <a:cubicBezTo>
                      <a:pt x="3531" y="1879"/>
                      <a:pt x="3579" y="1767"/>
                      <a:pt x="3579" y="1640"/>
                    </a:cubicBezTo>
                    <a:cubicBezTo>
                      <a:pt x="3579" y="1529"/>
                      <a:pt x="3547" y="1417"/>
                      <a:pt x="3451" y="1322"/>
                    </a:cubicBezTo>
                    <a:cubicBezTo>
                      <a:pt x="3531" y="1210"/>
                      <a:pt x="3579" y="1099"/>
                      <a:pt x="3579" y="988"/>
                    </a:cubicBezTo>
                    <a:cubicBezTo>
                      <a:pt x="3579" y="781"/>
                      <a:pt x="3436" y="574"/>
                      <a:pt x="3181" y="415"/>
                    </a:cubicBezTo>
                    <a:close/>
                    <a:moveTo>
                      <a:pt x="3260" y="192"/>
                    </a:moveTo>
                    <a:cubicBezTo>
                      <a:pt x="3308" y="256"/>
                      <a:pt x="3308" y="256"/>
                      <a:pt x="3308" y="256"/>
                    </a:cubicBezTo>
                    <a:cubicBezTo>
                      <a:pt x="3260" y="192"/>
                      <a:pt x="3260" y="192"/>
                      <a:pt x="3260" y="192"/>
                    </a:cubicBezTo>
                    <a:close/>
                    <a:moveTo>
                      <a:pt x="2895" y="225"/>
                    </a:moveTo>
                    <a:cubicBezTo>
                      <a:pt x="2959" y="192"/>
                      <a:pt x="3006" y="161"/>
                      <a:pt x="3022" y="161"/>
                    </a:cubicBezTo>
                    <a:cubicBezTo>
                      <a:pt x="3038" y="161"/>
                      <a:pt x="3038" y="161"/>
                      <a:pt x="3054" y="161"/>
                    </a:cubicBezTo>
                    <a:cubicBezTo>
                      <a:pt x="3102" y="161"/>
                      <a:pt x="3181" y="192"/>
                      <a:pt x="3213" y="208"/>
                    </a:cubicBezTo>
                    <a:cubicBezTo>
                      <a:pt x="2974" y="352"/>
                      <a:pt x="2386" y="638"/>
                      <a:pt x="2036" y="797"/>
                    </a:cubicBezTo>
                    <a:cubicBezTo>
                      <a:pt x="1813" y="908"/>
                      <a:pt x="1813" y="908"/>
                      <a:pt x="1813" y="908"/>
                    </a:cubicBezTo>
                    <a:lnTo>
                      <a:pt x="1797" y="924"/>
                    </a:lnTo>
                    <a:cubicBezTo>
                      <a:pt x="1813" y="908"/>
                      <a:pt x="1829" y="892"/>
                      <a:pt x="1861" y="877"/>
                    </a:cubicBezTo>
                    <a:cubicBezTo>
                      <a:pt x="2195" y="638"/>
                      <a:pt x="2895" y="225"/>
                      <a:pt x="2895" y="225"/>
                    </a:cubicBezTo>
                    <a:close/>
                    <a:moveTo>
                      <a:pt x="2084" y="988"/>
                    </a:moveTo>
                    <a:cubicBezTo>
                      <a:pt x="2084" y="1004"/>
                      <a:pt x="1988" y="1083"/>
                      <a:pt x="1797" y="1083"/>
                    </a:cubicBezTo>
                    <a:cubicBezTo>
                      <a:pt x="1829" y="1067"/>
                      <a:pt x="1861" y="1067"/>
                      <a:pt x="1877" y="1052"/>
                    </a:cubicBezTo>
                    <a:cubicBezTo>
                      <a:pt x="2068" y="972"/>
                      <a:pt x="2068" y="972"/>
                      <a:pt x="2068" y="972"/>
                    </a:cubicBezTo>
                    <a:cubicBezTo>
                      <a:pt x="2084" y="972"/>
                      <a:pt x="2084" y="988"/>
                      <a:pt x="2084" y="988"/>
                    </a:cubicBezTo>
                    <a:close/>
                    <a:moveTo>
                      <a:pt x="1797" y="4360"/>
                    </a:moveTo>
                    <a:cubicBezTo>
                      <a:pt x="906" y="4360"/>
                      <a:pt x="159" y="4010"/>
                      <a:pt x="159" y="3612"/>
                    </a:cubicBezTo>
                    <a:cubicBezTo>
                      <a:pt x="159" y="3549"/>
                      <a:pt x="191" y="3469"/>
                      <a:pt x="239" y="3406"/>
                    </a:cubicBezTo>
                    <a:cubicBezTo>
                      <a:pt x="540" y="3676"/>
                      <a:pt x="1114" y="3851"/>
                      <a:pt x="1797" y="3851"/>
                    </a:cubicBezTo>
                    <a:cubicBezTo>
                      <a:pt x="2465" y="3851"/>
                      <a:pt x="3038" y="3676"/>
                      <a:pt x="3356" y="3406"/>
                    </a:cubicBezTo>
                    <a:cubicBezTo>
                      <a:pt x="3404" y="3469"/>
                      <a:pt x="3420" y="3549"/>
                      <a:pt x="3420" y="3612"/>
                    </a:cubicBezTo>
                    <a:cubicBezTo>
                      <a:pt x="3420" y="4010"/>
                      <a:pt x="2672" y="4360"/>
                      <a:pt x="1797" y="4360"/>
                    </a:cubicBezTo>
                    <a:close/>
                    <a:moveTo>
                      <a:pt x="1797" y="3692"/>
                    </a:moveTo>
                    <a:cubicBezTo>
                      <a:pt x="906" y="3692"/>
                      <a:pt x="159" y="3358"/>
                      <a:pt x="159" y="2960"/>
                    </a:cubicBezTo>
                    <a:cubicBezTo>
                      <a:pt x="159" y="2897"/>
                      <a:pt x="191" y="2817"/>
                      <a:pt x="239" y="2753"/>
                    </a:cubicBezTo>
                    <a:cubicBezTo>
                      <a:pt x="540" y="3023"/>
                      <a:pt x="1114" y="3198"/>
                      <a:pt x="1797" y="3198"/>
                    </a:cubicBezTo>
                    <a:cubicBezTo>
                      <a:pt x="2465" y="3198"/>
                      <a:pt x="3038" y="3023"/>
                      <a:pt x="3356" y="2753"/>
                    </a:cubicBezTo>
                    <a:cubicBezTo>
                      <a:pt x="3404" y="2817"/>
                      <a:pt x="3420" y="2897"/>
                      <a:pt x="3420" y="2960"/>
                    </a:cubicBezTo>
                    <a:cubicBezTo>
                      <a:pt x="3420" y="3358"/>
                      <a:pt x="2672" y="3692"/>
                      <a:pt x="1797" y="3692"/>
                    </a:cubicBezTo>
                    <a:close/>
                    <a:moveTo>
                      <a:pt x="1797" y="3040"/>
                    </a:moveTo>
                    <a:cubicBezTo>
                      <a:pt x="906" y="3040"/>
                      <a:pt x="159" y="2706"/>
                      <a:pt x="159" y="2308"/>
                    </a:cubicBezTo>
                    <a:cubicBezTo>
                      <a:pt x="159" y="2228"/>
                      <a:pt x="191" y="2165"/>
                      <a:pt x="239" y="2085"/>
                    </a:cubicBezTo>
                    <a:cubicBezTo>
                      <a:pt x="540" y="2356"/>
                      <a:pt x="1114" y="2546"/>
                      <a:pt x="1797" y="2546"/>
                    </a:cubicBezTo>
                    <a:cubicBezTo>
                      <a:pt x="2465" y="2546"/>
                      <a:pt x="3038" y="2356"/>
                      <a:pt x="3356" y="2085"/>
                    </a:cubicBezTo>
                    <a:cubicBezTo>
                      <a:pt x="3404" y="2165"/>
                      <a:pt x="3420" y="2228"/>
                      <a:pt x="3420" y="2308"/>
                    </a:cubicBezTo>
                    <a:cubicBezTo>
                      <a:pt x="3420" y="2706"/>
                      <a:pt x="2672" y="3040"/>
                      <a:pt x="1797" y="3040"/>
                    </a:cubicBezTo>
                    <a:close/>
                    <a:moveTo>
                      <a:pt x="1797" y="2388"/>
                    </a:moveTo>
                    <a:cubicBezTo>
                      <a:pt x="906" y="2388"/>
                      <a:pt x="159" y="2038"/>
                      <a:pt x="159" y="1640"/>
                    </a:cubicBezTo>
                    <a:cubicBezTo>
                      <a:pt x="159" y="1576"/>
                      <a:pt x="191" y="1497"/>
                      <a:pt x="239" y="1433"/>
                    </a:cubicBezTo>
                    <a:cubicBezTo>
                      <a:pt x="540" y="1704"/>
                      <a:pt x="1114" y="1879"/>
                      <a:pt x="1797" y="1879"/>
                    </a:cubicBezTo>
                    <a:cubicBezTo>
                      <a:pt x="2465" y="1879"/>
                      <a:pt x="3038" y="1704"/>
                      <a:pt x="3356" y="1433"/>
                    </a:cubicBezTo>
                    <a:cubicBezTo>
                      <a:pt x="3404" y="1497"/>
                      <a:pt x="3420" y="1576"/>
                      <a:pt x="3420" y="1640"/>
                    </a:cubicBezTo>
                    <a:cubicBezTo>
                      <a:pt x="3420" y="2038"/>
                      <a:pt x="2672" y="2388"/>
                      <a:pt x="1797" y="2388"/>
                    </a:cubicBezTo>
                    <a:close/>
                    <a:moveTo>
                      <a:pt x="1797" y="1719"/>
                    </a:moveTo>
                    <a:cubicBezTo>
                      <a:pt x="906" y="1719"/>
                      <a:pt x="159" y="1385"/>
                      <a:pt x="159" y="988"/>
                    </a:cubicBezTo>
                    <a:cubicBezTo>
                      <a:pt x="159" y="590"/>
                      <a:pt x="906" y="256"/>
                      <a:pt x="1797" y="256"/>
                    </a:cubicBezTo>
                    <a:cubicBezTo>
                      <a:pt x="2020" y="256"/>
                      <a:pt x="2227" y="272"/>
                      <a:pt x="2433" y="320"/>
                    </a:cubicBezTo>
                    <a:cubicBezTo>
                      <a:pt x="2227" y="447"/>
                      <a:pt x="1956" y="606"/>
                      <a:pt x="1781" y="733"/>
                    </a:cubicBezTo>
                    <a:cubicBezTo>
                      <a:pt x="1527" y="733"/>
                      <a:pt x="1336" y="844"/>
                      <a:pt x="1336" y="988"/>
                    </a:cubicBezTo>
                    <a:cubicBezTo>
                      <a:pt x="1336" y="1131"/>
                      <a:pt x="1527" y="1242"/>
                      <a:pt x="1797" y="1242"/>
                    </a:cubicBezTo>
                    <a:cubicBezTo>
                      <a:pt x="2052" y="1242"/>
                      <a:pt x="2242" y="1131"/>
                      <a:pt x="2242" y="988"/>
                    </a:cubicBezTo>
                    <a:cubicBezTo>
                      <a:pt x="2242" y="956"/>
                      <a:pt x="2227" y="924"/>
                      <a:pt x="2211" y="892"/>
                    </a:cubicBezTo>
                    <a:cubicBezTo>
                      <a:pt x="2450" y="781"/>
                      <a:pt x="2768" y="638"/>
                      <a:pt x="3006" y="511"/>
                    </a:cubicBezTo>
                    <a:cubicBezTo>
                      <a:pt x="3277" y="638"/>
                      <a:pt x="3420" y="813"/>
                      <a:pt x="3420" y="988"/>
                    </a:cubicBezTo>
                    <a:cubicBezTo>
                      <a:pt x="3420" y="1385"/>
                      <a:pt x="2672" y="1719"/>
                      <a:pt x="1797" y="1719"/>
                    </a:cubicBezTo>
                    <a:close/>
                    <a:moveTo>
                      <a:pt x="1559" y="1035"/>
                    </a:moveTo>
                    <a:cubicBezTo>
                      <a:pt x="1527" y="1020"/>
                      <a:pt x="1495" y="1004"/>
                      <a:pt x="1495" y="988"/>
                    </a:cubicBezTo>
                    <a:cubicBezTo>
                      <a:pt x="1495" y="972"/>
                      <a:pt x="1527" y="956"/>
                      <a:pt x="1559" y="940"/>
                    </a:cubicBezTo>
                    <a:cubicBezTo>
                      <a:pt x="1543" y="988"/>
                      <a:pt x="1559" y="1020"/>
                      <a:pt x="1559" y="1035"/>
                    </a:cubicBezTo>
                    <a:close/>
                  </a:path>
                </a:pathLst>
              </a:custGeom>
              <a:solidFill>
                <a:srgbClr val="2E3C98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defTabSz="91440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CA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SimSun" pitchFamily="2"/>
                  <a:cs typeface="Lucida Sans" pitchFamily="2"/>
                </a:endParaRPr>
              </a:p>
            </p:txBody>
          </p:sp>
        </p:grp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4D42EB08-CC87-4866-9066-929AFBF6FA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014583" y="10894316"/>
              <a:ext cx="0" cy="535675"/>
            </a:xfrm>
            <a:prstGeom prst="straightConnector1">
              <a:avLst/>
            </a:prstGeom>
            <a:noFill/>
            <a:ln w="28575" cap="flat" cmpd="sng" algn="ctr">
              <a:solidFill>
                <a:srgbClr val="0070C0"/>
              </a:solidFill>
              <a:prstDash val="solid"/>
              <a:miter lim="800000"/>
              <a:headEnd type="none" w="lg" len="med"/>
              <a:tailEnd type="triangle" w="lg" len="med"/>
            </a:ln>
            <a:effectLst/>
          </p:spPr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A915E407-A500-4DCC-BC86-3E560DE34C82}"/>
                </a:ext>
              </a:extLst>
            </p:cNvPr>
            <p:cNvCxnSpPr>
              <a:cxnSpLocks/>
            </p:cNvCxnSpPr>
            <p:nvPr/>
          </p:nvCxnSpPr>
          <p:spPr>
            <a:xfrm>
              <a:off x="15244255" y="10894314"/>
              <a:ext cx="0" cy="535677"/>
            </a:xfrm>
            <a:prstGeom prst="straightConnector1">
              <a:avLst/>
            </a:prstGeom>
            <a:noFill/>
            <a:ln w="28575" cap="flat" cmpd="sng" algn="ctr">
              <a:solidFill>
                <a:srgbClr val="0070C0"/>
              </a:solidFill>
              <a:prstDash val="solid"/>
              <a:miter lim="800000"/>
              <a:headEnd type="none" w="lg" len="med"/>
              <a:tailEnd type="triangle" w="lg" len="med"/>
            </a:ln>
            <a:effectLst/>
          </p:spPr>
        </p:cxn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D17BD827-DC43-425C-9C3B-158BF76DD1AC}"/>
              </a:ext>
            </a:extLst>
          </p:cNvPr>
          <p:cNvGrpSpPr/>
          <p:nvPr/>
        </p:nvGrpSpPr>
        <p:grpSpPr>
          <a:xfrm>
            <a:off x="6375122" y="4747975"/>
            <a:ext cx="8757165" cy="5496308"/>
            <a:chOff x="6375122" y="4747975"/>
            <a:chExt cx="8757165" cy="5496308"/>
          </a:xfrm>
        </p:grpSpPr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4AD3FC84-4A2A-4431-85C6-64624CFED3B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32499" y="7741295"/>
              <a:ext cx="442812" cy="0"/>
            </a:xfrm>
            <a:prstGeom prst="straightConnector1">
              <a:avLst/>
            </a:prstGeom>
            <a:noFill/>
            <a:ln w="28575" cap="flat" cmpd="sng" algn="ctr">
              <a:solidFill>
                <a:srgbClr val="0070C0"/>
              </a:solidFill>
              <a:prstDash val="solid"/>
              <a:miter lim="800000"/>
              <a:headEnd type="triangle" w="lg" len="med"/>
              <a:tailEnd type="triangle" w="lg" len="med"/>
            </a:ln>
            <a:effectLst/>
          </p:spPr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A5947E37-1E39-4B0C-8291-A6A98F9076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630400" y="9629191"/>
              <a:ext cx="0" cy="615092"/>
            </a:xfrm>
            <a:prstGeom prst="straightConnector1">
              <a:avLst/>
            </a:prstGeom>
            <a:noFill/>
            <a:ln w="28575" cap="flat" cmpd="sng" algn="ctr">
              <a:solidFill>
                <a:srgbClr val="0070C0"/>
              </a:solidFill>
              <a:prstDash val="solid"/>
              <a:miter lim="800000"/>
              <a:headEnd type="triangle" w="lg" len="med"/>
              <a:tailEnd type="triangle" w="lg" len="med"/>
            </a:ln>
            <a:effectLst/>
          </p:spPr>
        </p:cxn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986F32CF-5450-4D85-8B1E-BD0E2AAFAC69}"/>
                </a:ext>
              </a:extLst>
            </p:cNvPr>
            <p:cNvGrpSpPr/>
            <p:nvPr/>
          </p:nvGrpSpPr>
          <p:grpSpPr>
            <a:xfrm>
              <a:off x="11111483" y="5896947"/>
              <a:ext cx="4020804" cy="2444620"/>
              <a:chOff x="11111483" y="5896947"/>
              <a:chExt cx="4020804" cy="2444620"/>
            </a:xfrm>
          </p:grpSpPr>
          <p:cxnSp>
            <p:nvCxnSpPr>
              <p:cNvPr id="57" name="Straight Arrow Connector 56">
                <a:extLst>
                  <a:ext uri="{FF2B5EF4-FFF2-40B4-BE49-F238E27FC236}">
                    <a16:creationId xmlns:a16="http://schemas.microsoft.com/office/drawing/2014/main" id="{66DDB1FD-1777-407E-81C9-1F155D2DF07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122094" y="5896947"/>
                <a:ext cx="830780" cy="1"/>
              </a:xfrm>
              <a:prstGeom prst="straightConnector1">
                <a:avLst/>
              </a:prstGeom>
              <a:noFill/>
              <a:ln w="28575" cap="flat" cmpd="sng" algn="ctr">
                <a:solidFill>
                  <a:srgbClr val="0070C0"/>
                </a:solidFill>
                <a:prstDash val="solid"/>
                <a:miter lim="800000"/>
                <a:headEnd type="triangle" w="lg" len="med"/>
                <a:tailEnd type="triangle" w="lg" len="med"/>
              </a:ln>
              <a:effectLst/>
            </p:spPr>
          </p:cxnSp>
          <p:cxnSp>
            <p:nvCxnSpPr>
              <p:cNvPr id="58" name="Straight Arrow Connector 57">
                <a:extLst>
                  <a:ext uri="{FF2B5EF4-FFF2-40B4-BE49-F238E27FC236}">
                    <a16:creationId xmlns:a16="http://schemas.microsoft.com/office/drawing/2014/main" id="{5425043F-1E67-472C-9569-9D9AEAD9C554}"/>
                  </a:ext>
                </a:extLst>
              </p:cNvPr>
              <p:cNvCxnSpPr>
                <a:cxnSpLocks/>
                <a:stCxn id="16" idx="0"/>
                <a:endCxn id="11" idx="2"/>
              </p:cNvCxnSpPr>
              <p:nvPr/>
            </p:nvCxnSpPr>
            <p:spPr>
              <a:xfrm flipH="1" flipV="1">
                <a:off x="13131459" y="6344813"/>
                <a:ext cx="3112" cy="510074"/>
              </a:xfrm>
              <a:prstGeom prst="straightConnector1">
                <a:avLst/>
              </a:prstGeom>
              <a:noFill/>
              <a:ln w="28575" cap="flat" cmpd="sng" algn="ctr">
                <a:solidFill>
                  <a:srgbClr val="0070C0"/>
                </a:solidFill>
                <a:prstDash val="solid"/>
                <a:miter lim="800000"/>
                <a:headEnd type="triangle" w="lg" len="med"/>
                <a:tailEnd type="triangle" w="lg" len="med"/>
              </a:ln>
              <a:effectLst/>
            </p:spPr>
          </p:cxnSp>
          <p:cxnSp>
            <p:nvCxnSpPr>
              <p:cNvPr id="59" name="Straight Arrow Connector 58">
                <a:extLst>
                  <a:ext uri="{FF2B5EF4-FFF2-40B4-BE49-F238E27FC236}">
                    <a16:creationId xmlns:a16="http://schemas.microsoft.com/office/drawing/2014/main" id="{8F83D58C-3D93-4E00-8616-C8CA7CCE8E2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3134571" y="7542239"/>
                <a:ext cx="3112" cy="510074"/>
              </a:xfrm>
              <a:prstGeom prst="straightConnector1">
                <a:avLst/>
              </a:prstGeom>
              <a:noFill/>
              <a:ln w="28575" cap="flat" cmpd="sng" algn="ctr">
                <a:solidFill>
                  <a:srgbClr val="0070C0"/>
                </a:solidFill>
                <a:prstDash val="solid"/>
                <a:miter lim="800000"/>
                <a:headEnd type="triangle" w="lg" len="med"/>
                <a:tailEnd type="triangle" w="lg" len="med"/>
              </a:ln>
              <a:effectLst/>
            </p:spPr>
          </p:cxnSp>
          <p:grpSp>
            <p:nvGrpSpPr>
              <p:cNvPr id="60" name="Group 59">
                <a:extLst>
                  <a:ext uri="{FF2B5EF4-FFF2-40B4-BE49-F238E27FC236}">
                    <a16:creationId xmlns:a16="http://schemas.microsoft.com/office/drawing/2014/main" id="{628E41AE-0F21-4C77-97A8-E08AF7D77438}"/>
                  </a:ext>
                </a:extLst>
              </p:cNvPr>
              <p:cNvGrpSpPr/>
              <p:nvPr/>
            </p:nvGrpSpPr>
            <p:grpSpPr>
              <a:xfrm>
                <a:off x="11111483" y="6489438"/>
                <a:ext cx="887683" cy="1852129"/>
                <a:chOff x="15403561" y="6489438"/>
                <a:chExt cx="887683" cy="1852129"/>
              </a:xfrm>
            </p:grpSpPr>
            <p:cxnSp>
              <p:nvCxnSpPr>
                <p:cNvPr id="64" name="Straight Arrow Connector 63">
                  <a:extLst>
                    <a:ext uri="{FF2B5EF4-FFF2-40B4-BE49-F238E27FC236}">
                      <a16:creationId xmlns:a16="http://schemas.microsoft.com/office/drawing/2014/main" id="{B6B9E105-A557-4322-8F5F-BABF1C57D26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5403561" y="6489438"/>
                  <a:ext cx="350412" cy="1"/>
                </a:xfrm>
                <a:prstGeom prst="straightConnector1">
                  <a:avLst/>
                </a:prstGeom>
                <a:noFill/>
                <a:ln w="28575" cap="flat" cmpd="sng" algn="ctr">
                  <a:solidFill>
                    <a:srgbClr val="0070C0"/>
                  </a:solidFill>
                  <a:prstDash val="solid"/>
                  <a:miter lim="800000"/>
                  <a:headEnd type="none" w="lg" len="med"/>
                  <a:tailEnd type="triangle" w="lg" len="med"/>
                </a:ln>
                <a:effectLst/>
              </p:spPr>
            </p:cxnSp>
            <p:cxnSp>
              <p:nvCxnSpPr>
                <p:cNvPr id="65" name="Straight Connector 64">
                  <a:extLst>
                    <a:ext uri="{FF2B5EF4-FFF2-40B4-BE49-F238E27FC236}">
                      <a16:creationId xmlns:a16="http://schemas.microsoft.com/office/drawing/2014/main" id="{4EBD1DD8-1E50-4D52-8EBF-9DF3A98938C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5735312" y="6503435"/>
                  <a:ext cx="945" cy="1838132"/>
                </a:xfrm>
                <a:prstGeom prst="line">
                  <a:avLst/>
                </a:prstGeom>
                <a:noFill/>
                <a:ln w="28575" cap="flat" cmpd="sng" algn="ctr">
                  <a:solidFill>
                    <a:srgbClr val="0070C0"/>
                  </a:solidFill>
                  <a:prstDash val="solid"/>
                  <a:miter lim="800000"/>
                  <a:headEnd type="none" w="lg" len="med"/>
                  <a:tailEnd type="none" w="lg" len="med"/>
                </a:ln>
                <a:effectLst/>
              </p:spPr>
            </p:cxnSp>
            <p:cxnSp>
              <p:nvCxnSpPr>
                <p:cNvPr id="66" name="Straight Arrow Connector 65">
                  <a:extLst>
                    <a:ext uri="{FF2B5EF4-FFF2-40B4-BE49-F238E27FC236}">
                      <a16:creationId xmlns:a16="http://schemas.microsoft.com/office/drawing/2014/main" id="{16DCD1CB-3520-4944-958A-7B76EFEC6B6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5719757" y="8340010"/>
                  <a:ext cx="571487" cy="0"/>
                </a:xfrm>
                <a:prstGeom prst="straightConnector1">
                  <a:avLst/>
                </a:prstGeom>
                <a:noFill/>
                <a:ln w="28575" cap="flat" cmpd="sng" algn="ctr">
                  <a:solidFill>
                    <a:srgbClr val="0070C0"/>
                  </a:solidFill>
                  <a:prstDash val="solid"/>
                  <a:miter lim="800000"/>
                  <a:headEnd type="none" w="lg" len="med"/>
                  <a:tailEnd type="triangle" w="lg" len="med"/>
                </a:ln>
                <a:effectLst/>
              </p:spPr>
            </p:cxnSp>
          </p:grpSp>
          <p:grpSp>
            <p:nvGrpSpPr>
              <p:cNvPr id="61" name="Group 60">
                <a:extLst>
                  <a:ext uri="{FF2B5EF4-FFF2-40B4-BE49-F238E27FC236}">
                    <a16:creationId xmlns:a16="http://schemas.microsoft.com/office/drawing/2014/main" id="{C5F3CB4F-DC37-41FE-9E83-1936B205899F}"/>
                  </a:ext>
                </a:extLst>
              </p:cNvPr>
              <p:cNvGrpSpPr/>
              <p:nvPr/>
            </p:nvGrpSpPr>
            <p:grpSpPr>
              <a:xfrm>
                <a:off x="14694333" y="6423829"/>
                <a:ext cx="437954" cy="1645351"/>
                <a:chOff x="14694333" y="6423829"/>
                <a:chExt cx="437954" cy="1645351"/>
              </a:xfrm>
            </p:grpSpPr>
            <p:cxnSp>
              <p:nvCxnSpPr>
                <p:cNvPr id="62" name="Straight Connector 61">
                  <a:extLst>
                    <a:ext uri="{FF2B5EF4-FFF2-40B4-BE49-F238E27FC236}">
                      <a16:creationId xmlns:a16="http://schemas.microsoft.com/office/drawing/2014/main" id="{3B9F78F0-1B22-439D-9DC3-EAAD08C8A011}"/>
                    </a:ext>
                  </a:extLst>
                </p:cNvPr>
                <p:cNvCxnSpPr>
                  <a:cxnSpLocks/>
                  <a:endCxn id="34" idx="0"/>
                </p:cNvCxnSpPr>
                <p:nvPr/>
              </p:nvCxnSpPr>
              <p:spPr>
                <a:xfrm>
                  <a:off x="14711041" y="6423829"/>
                  <a:ext cx="20616" cy="1645351"/>
                </a:xfrm>
                <a:prstGeom prst="line">
                  <a:avLst/>
                </a:prstGeom>
                <a:noFill/>
                <a:ln w="28575" cap="flat" cmpd="sng" algn="ctr">
                  <a:solidFill>
                    <a:srgbClr val="0070C0"/>
                  </a:solidFill>
                  <a:prstDash val="solid"/>
                  <a:miter lim="800000"/>
                  <a:headEnd type="none" w="lg" len="med"/>
                  <a:tailEnd type="triangle" w="lg" len="med"/>
                </a:ln>
                <a:effectLst/>
              </p:spPr>
            </p:cxnSp>
            <p:cxnSp>
              <p:nvCxnSpPr>
                <p:cNvPr id="63" name="Straight Arrow Connector 62">
                  <a:extLst>
                    <a:ext uri="{FF2B5EF4-FFF2-40B4-BE49-F238E27FC236}">
                      <a16:creationId xmlns:a16="http://schemas.microsoft.com/office/drawing/2014/main" id="{57436B94-5A0F-4D03-9B7C-47823C87EAA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4694333" y="6433455"/>
                  <a:ext cx="437954" cy="0"/>
                </a:xfrm>
                <a:prstGeom prst="straightConnector1">
                  <a:avLst/>
                </a:prstGeom>
                <a:noFill/>
                <a:ln w="28575" cap="flat" cmpd="sng" algn="ctr">
                  <a:solidFill>
                    <a:srgbClr val="0070C0"/>
                  </a:solidFill>
                  <a:prstDash val="solid"/>
                  <a:miter lim="800000"/>
                  <a:headEnd type="none" w="lg" len="med"/>
                  <a:tailEnd type="triangle" w="lg" len="med"/>
                </a:ln>
                <a:effectLst/>
              </p:spPr>
            </p:cxnSp>
          </p:grpSp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3F6EC6C6-EA22-4C42-8B68-BEBF61ED942F}"/>
                </a:ext>
              </a:extLst>
            </p:cNvPr>
            <p:cNvGrpSpPr/>
            <p:nvPr/>
          </p:nvGrpSpPr>
          <p:grpSpPr>
            <a:xfrm>
              <a:off x="6375122" y="4747975"/>
              <a:ext cx="589417" cy="794409"/>
              <a:chOff x="10667200" y="4747975"/>
              <a:chExt cx="589417" cy="794409"/>
            </a:xfrm>
          </p:grpSpPr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C316437F-AEDD-43B3-98E2-645EA5AD4AB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67200" y="4747975"/>
                <a:ext cx="0" cy="794409"/>
              </a:xfrm>
              <a:prstGeom prst="line">
                <a:avLst/>
              </a:prstGeom>
              <a:noFill/>
              <a:ln w="28575" cap="flat" cmpd="sng" algn="ctr">
                <a:solidFill>
                  <a:srgbClr val="0070C0"/>
                </a:solidFill>
                <a:prstDash val="solid"/>
                <a:miter lim="800000"/>
                <a:headEnd type="triangle" w="lg" len="med"/>
                <a:tailEnd type="none" w="lg" len="med"/>
              </a:ln>
              <a:effectLst/>
            </p:spPr>
          </p:cxnSp>
          <p:cxnSp>
            <p:nvCxnSpPr>
              <p:cNvPr id="56" name="Straight Arrow Connector 55">
                <a:extLst>
                  <a:ext uri="{FF2B5EF4-FFF2-40B4-BE49-F238E27FC236}">
                    <a16:creationId xmlns:a16="http://schemas.microsoft.com/office/drawing/2014/main" id="{257DEDEB-8E99-4656-B3EF-8A8841EDC76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79178" y="5514383"/>
                <a:ext cx="577439" cy="0"/>
              </a:xfrm>
              <a:prstGeom prst="straightConnector1">
                <a:avLst/>
              </a:prstGeom>
              <a:noFill/>
              <a:ln w="28575" cap="flat" cmpd="sng" algn="ctr">
                <a:solidFill>
                  <a:srgbClr val="0070C0"/>
                </a:solidFill>
                <a:prstDash val="solid"/>
                <a:miter lim="800000"/>
                <a:headEnd type="none" w="lg" len="med"/>
                <a:tailEnd type="triangle" w="lg" len="med"/>
              </a:ln>
              <a:effectLst/>
            </p:spPr>
          </p:cxnSp>
        </p:grpSp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id="{AB639436-0B7F-46E2-AC07-39CD68012942}"/>
              </a:ext>
            </a:extLst>
          </p:cNvPr>
          <p:cNvSpPr txBox="1"/>
          <p:nvPr/>
        </p:nvSpPr>
        <p:spPr>
          <a:xfrm>
            <a:off x="19101106" y="2645960"/>
            <a:ext cx="480446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B58"/>
              </a:buClr>
              <a:buSzTx/>
              <a:buFontTx/>
              <a:buNone/>
              <a:tabLst/>
              <a:defRPr/>
            </a:pPr>
            <a:r>
              <a:rPr kumimoji="0" lang="fr-FR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Exstream Docker images</a:t>
            </a:r>
          </a:p>
          <a:p>
            <a:pPr marL="457200" marR="0" lvl="0" indent="-4572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B5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Document </a:t>
            </a:r>
            <a:r>
              <a:rPr kumimoji="0" lang="fr-FR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Generation</a:t>
            </a:r>
            <a:r>
              <a:rPr kumimoji="0" lang="fr-F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(Production Engine)</a:t>
            </a:r>
          </a:p>
          <a:p>
            <a:pPr marL="457200" marR="0" lvl="0" indent="-4572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B5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Design (DAS)</a:t>
            </a:r>
          </a:p>
          <a:p>
            <a:pPr marL="457200" marR="0" lvl="0" indent="-4572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B5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Orchestration</a:t>
            </a:r>
          </a:p>
          <a:p>
            <a:pPr marL="457200" marR="0" lvl="0" indent="-4572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B5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Empower</a:t>
            </a:r>
            <a:r>
              <a:rPr kumimoji="0" lang="fr-F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(</a:t>
            </a:r>
            <a:r>
              <a:rPr kumimoji="0" lang="fr-FR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optional</a:t>
            </a:r>
            <a:r>
              <a:rPr kumimoji="0" lang="fr-F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)</a:t>
            </a:r>
            <a:endParaRPr kumimoji="0" lang="fr-FR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3D07453-9564-4A97-8CAB-B9806573ACC5}"/>
              </a:ext>
            </a:extLst>
          </p:cNvPr>
          <p:cNvSpPr txBox="1"/>
          <p:nvPr/>
        </p:nvSpPr>
        <p:spPr>
          <a:xfrm>
            <a:off x="19126696" y="7052034"/>
            <a:ext cx="480446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B58"/>
              </a:buClr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Databases</a:t>
            </a:r>
          </a:p>
          <a:p>
            <a:pPr marL="457200" marR="0" lvl="0" indent="-4572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B5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Oracle</a:t>
            </a:r>
          </a:p>
          <a:p>
            <a:pPr marL="457200" marR="0" lvl="0" indent="-4572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B5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MS SQL Server</a:t>
            </a:r>
          </a:p>
          <a:p>
            <a:pPr marL="457200" marR="0" lvl="0" indent="-4572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B5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PostgreSQL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7DF4733-20BE-4264-9B91-FD4E80CD2008}"/>
              </a:ext>
            </a:extLst>
          </p:cNvPr>
          <p:cNvSpPr txBox="1"/>
          <p:nvPr/>
        </p:nvSpPr>
        <p:spPr>
          <a:xfrm>
            <a:off x="19101106" y="4664748"/>
            <a:ext cx="480446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B58"/>
              </a:buClr>
              <a:buSzTx/>
              <a:buFontTx/>
              <a:buNone/>
              <a:tabLst/>
              <a:defRPr/>
            </a:pPr>
            <a:r>
              <a:rPr kumimoji="0" lang="fr-FR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Pre-</a:t>
            </a:r>
            <a:r>
              <a:rPr kumimoji="0" lang="fr-FR" sz="18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req</a:t>
            </a:r>
            <a:r>
              <a:rPr kumimoji="0" lang="fr-FR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images and software</a:t>
            </a:r>
          </a:p>
          <a:p>
            <a:pPr marL="457200" marR="0" lvl="0" indent="-4572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B5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Kubernetes / OpenShift (pod orchestration)</a:t>
            </a:r>
          </a:p>
          <a:p>
            <a:pPr marL="457200" marR="0" lvl="0" indent="-4572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B5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OTDS (pod or standard install)</a:t>
            </a:r>
          </a:p>
          <a:p>
            <a:pPr marL="457200" marR="0" lvl="0" indent="-4572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B5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NFS provisioner / CSI Driver (pod)</a:t>
            </a:r>
          </a:p>
          <a:p>
            <a:pPr marL="457200" marR="0" lvl="0" indent="-4572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B5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RabbitMQ (pod)</a:t>
            </a:r>
          </a:p>
          <a:p>
            <a:pPr marL="457200" marR="0" lvl="0" indent="-4572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B5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NGINX Ingress controller (pod) – NA for OpenShift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51911C8-AA3E-4166-9F69-93C7751D7F89}"/>
              </a:ext>
            </a:extLst>
          </p:cNvPr>
          <p:cNvSpPr txBox="1"/>
          <p:nvPr/>
        </p:nvSpPr>
        <p:spPr>
          <a:xfrm>
            <a:off x="19126696" y="8887878"/>
            <a:ext cx="4804467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B58"/>
              </a:buClr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HELM Charts</a:t>
            </a:r>
          </a:p>
          <a:p>
            <a:pPr marL="457200" lvl="0" indent="-457200" defTabSz="914400">
              <a:buClr>
                <a:srgbClr val="111B58"/>
              </a:buClr>
              <a:buFont typeface="Arial" panose="020B0604020202020204" pitchFamily="34" charset="0"/>
              <a:buChar char="•"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RabbitMQ</a:t>
            </a:r>
            <a:r>
              <a:rPr lang="en-US" sz="1400" kern="0" dirty="0">
                <a:solidFill>
                  <a:srgbClr val="000000"/>
                </a:solidFill>
              </a:rPr>
              <a:t> / OTDS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(</a:t>
            </a:r>
            <a:r>
              <a:rPr lang="en-US" sz="1400" kern="0" dirty="0" err="1">
                <a:solidFill>
                  <a:srgbClr val="000000"/>
                </a:solidFill>
              </a:rPr>
              <a:t>opentext</a:t>
            </a:r>
            <a:r>
              <a:rPr lang="en-US" sz="1400" kern="0" dirty="0">
                <a:solidFill>
                  <a:srgbClr val="000000"/>
                </a:solidFill>
              </a:rPr>
              <a:t>-experience-cloud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)</a:t>
            </a:r>
          </a:p>
          <a:p>
            <a:pPr marL="457200" lvl="0" indent="-457200" defTabSz="914400">
              <a:buClr>
                <a:srgbClr val="111B58"/>
              </a:buClr>
              <a:buFont typeface="Arial" panose="020B0604020202020204" pitchFamily="34" charset="0"/>
              <a:buChar char="•"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Exstream (</a:t>
            </a:r>
            <a:r>
              <a:rPr lang="en-US" sz="1400" kern="0" dirty="0" err="1">
                <a:solidFill>
                  <a:srgbClr val="000000"/>
                </a:solidFill>
              </a:rPr>
              <a:t>exstream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)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1D4BD324-565A-419C-9F46-FDEF2144814E}"/>
              </a:ext>
            </a:extLst>
          </p:cNvPr>
          <p:cNvGrpSpPr/>
          <p:nvPr/>
        </p:nvGrpSpPr>
        <p:grpSpPr>
          <a:xfrm>
            <a:off x="4729832" y="3848876"/>
            <a:ext cx="2687214" cy="844511"/>
            <a:chOff x="9021910" y="3848876"/>
            <a:chExt cx="2687214" cy="844511"/>
          </a:xfrm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8A3A448F-F994-4EF8-A242-09EA750E47A4}"/>
                </a:ext>
              </a:extLst>
            </p:cNvPr>
            <p:cNvSpPr/>
            <p:nvPr/>
          </p:nvSpPr>
          <p:spPr>
            <a:xfrm>
              <a:off x="9021910" y="3848876"/>
              <a:ext cx="2687214" cy="844511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solidFill>
                <a:srgbClr val="2E3C98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8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     </a:t>
              </a:r>
              <a:r>
                <a:rPr kumimoji="0" lang="fr-FR" sz="2400" b="0" i="0" u="none" strike="noStrike" kern="0" cap="none" spc="0" normalizeH="0" baseline="0" noProof="0">
                  <a:ln>
                    <a:noFill/>
                  </a:ln>
                  <a:solidFill>
                    <a:srgbClr val="2E3C98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OTDS</a:t>
              </a: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rgbClr val="2E3C9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73" name="Freeform: Shape 19">
              <a:extLst>
                <a:ext uri="{FF2B5EF4-FFF2-40B4-BE49-F238E27FC236}">
                  <a16:creationId xmlns:a16="http://schemas.microsoft.com/office/drawing/2014/main" id="{CA90D26B-53D4-4437-A940-B40DC34528E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631651" y="3905029"/>
              <a:ext cx="524843" cy="7200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723" h="5107">
                  <a:moveTo>
                    <a:pt x="955" y="2752"/>
                  </a:moveTo>
                  <a:lnTo>
                    <a:pt x="780" y="2752"/>
                  </a:lnTo>
                  <a:cubicBezTo>
                    <a:pt x="350" y="2752"/>
                    <a:pt x="0" y="3102"/>
                    <a:pt x="0" y="3532"/>
                  </a:cubicBezTo>
                  <a:lnTo>
                    <a:pt x="0" y="4598"/>
                  </a:lnTo>
                  <a:cubicBezTo>
                    <a:pt x="0" y="4645"/>
                    <a:pt x="32" y="4677"/>
                    <a:pt x="80" y="4677"/>
                  </a:cubicBezTo>
                  <a:lnTo>
                    <a:pt x="1655" y="4677"/>
                  </a:lnTo>
                  <a:cubicBezTo>
                    <a:pt x="1687" y="4677"/>
                    <a:pt x="1734" y="4645"/>
                    <a:pt x="1734" y="4598"/>
                  </a:cubicBezTo>
                  <a:lnTo>
                    <a:pt x="1734" y="3532"/>
                  </a:lnTo>
                  <a:cubicBezTo>
                    <a:pt x="1734" y="3325"/>
                    <a:pt x="1639" y="3134"/>
                    <a:pt x="1512" y="2991"/>
                  </a:cubicBezTo>
                  <a:lnTo>
                    <a:pt x="2514" y="2991"/>
                  </a:lnTo>
                  <a:cubicBezTo>
                    <a:pt x="2609" y="3071"/>
                    <a:pt x="2721" y="3118"/>
                    <a:pt x="2864" y="3118"/>
                  </a:cubicBezTo>
                  <a:cubicBezTo>
                    <a:pt x="3134" y="3118"/>
                    <a:pt x="3373" y="2896"/>
                    <a:pt x="3373" y="2625"/>
                  </a:cubicBezTo>
                  <a:cubicBezTo>
                    <a:pt x="3373" y="2339"/>
                    <a:pt x="3134" y="2116"/>
                    <a:pt x="2864" y="2116"/>
                  </a:cubicBezTo>
                  <a:cubicBezTo>
                    <a:pt x="2800" y="2116"/>
                    <a:pt x="2737" y="2132"/>
                    <a:pt x="2689" y="2148"/>
                  </a:cubicBezTo>
                  <a:lnTo>
                    <a:pt x="2689" y="1845"/>
                  </a:lnTo>
                  <a:cubicBezTo>
                    <a:pt x="2689" y="1416"/>
                    <a:pt x="2339" y="1066"/>
                    <a:pt x="1909" y="1066"/>
                  </a:cubicBezTo>
                  <a:lnTo>
                    <a:pt x="1750" y="1066"/>
                  </a:lnTo>
                  <a:cubicBezTo>
                    <a:pt x="1369" y="1066"/>
                    <a:pt x="1050" y="1336"/>
                    <a:pt x="987" y="1702"/>
                  </a:cubicBezTo>
                  <a:cubicBezTo>
                    <a:pt x="939" y="1686"/>
                    <a:pt x="907" y="1686"/>
                    <a:pt x="859" y="1686"/>
                  </a:cubicBezTo>
                  <a:cubicBezTo>
                    <a:pt x="589" y="1686"/>
                    <a:pt x="366" y="1909"/>
                    <a:pt x="366" y="2195"/>
                  </a:cubicBezTo>
                  <a:cubicBezTo>
                    <a:pt x="366" y="2466"/>
                    <a:pt x="589" y="2689"/>
                    <a:pt x="859" y="2689"/>
                  </a:cubicBezTo>
                  <a:lnTo>
                    <a:pt x="970" y="2689"/>
                  </a:lnTo>
                  <a:lnTo>
                    <a:pt x="970" y="2752"/>
                  </a:lnTo>
                  <a:close/>
                  <a:moveTo>
                    <a:pt x="1575" y="4518"/>
                  </a:moveTo>
                  <a:lnTo>
                    <a:pt x="159" y="4518"/>
                  </a:lnTo>
                  <a:lnTo>
                    <a:pt x="159" y="3532"/>
                  </a:lnTo>
                  <a:cubicBezTo>
                    <a:pt x="159" y="3198"/>
                    <a:pt x="446" y="2911"/>
                    <a:pt x="780" y="2911"/>
                  </a:cubicBezTo>
                  <a:lnTo>
                    <a:pt x="955" y="2911"/>
                  </a:lnTo>
                  <a:cubicBezTo>
                    <a:pt x="1289" y="2911"/>
                    <a:pt x="1575" y="3198"/>
                    <a:pt x="1575" y="3532"/>
                  </a:cubicBezTo>
                  <a:close/>
                  <a:moveTo>
                    <a:pt x="3214" y="2625"/>
                  </a:moveTo>
                  <a:cubicBezTo>
                    <a:pt x="3214" y="2816"/>
                    <a:pt x="3055" y="2959"/>
                    <a:pt x="2864" y="2959"/>
                  </a:cubicBezTo>
                  <a:cubicBezTo>
                    <a:pt x="2673" y="2959"/>
                    <a:pt x="2514" y="2816"/>
                    <a:pt x="2514" y="2625"/>
                  </a:cubicBezTo>
                  <a:cubicBezTo>
                    <a:pt x="2514" y="2434"/>
                    <a:pt x="2673" y="2275"/>
                    <a:pt x="2864" y="2275"/>
                  </a:cubicBezTo>
                  <a:cubicBezTo>
                    <a:pt x="3055" y="2275"/>
                    <a:pt x="3214" y="2434"/>
                    <a:pt x="3214" y="2625"/>
                  </a:cubicBezTo>
                  <a:close/>
                  <a:moveTo>
                    <a:pt x="525" y="2195"/>
                  </a:moveTo>
                  <a:cubicBezTo>
                    <a:pt x="525" y="2005"/>
                    <a:pt x="669" y="1845"/>
                    <a:pt x="859" y="1845"/>
                  </a:cubicBezTo>
                  <a:cubicBezTo>
                    <a:pt x="1050" y="1845"/>
                    <a:pt x="1209" y="2005"/>
                    <a:pt x="1209" y="2195"/>
                  </a:cubicBezTo>
                  <a:cubicBezTo>
                    <a:pt x="1209" y="2386"/>
                    <a:pt x="1050" y="2529"/>
                    <a:pt x="859" y="2529"/>
                  </a:cubicBezTo>
                  <a:cubicBezTo>
                    <a:pt x="669" y="2529"/>
                    <a:pt x="525" y="2386"/>
                    <a:pt x="525" y="2195"/>
                  </a:cubicBezTo>
                  <a:close/>
                  <a:moveTo>
                    <a:pt x="1130" y="2625"/>
                  </a:moveTo>
                  <a:cubicBezTo>
                    <a:pt x="1273" y="2529"/>
                    <a:pt x="1369" y="2371"/>
                    <a:pt x="1369" y="2195"/>
                  </a:cubicBezTo>
                  <a:cubicBezTo>
                    <a:pt x="1369" y="2005"/>
                    <a:pt x="1273" y="1845"/>
                    <a:pt x="1130" y="1766"/>
                  </a:cubicBezTo>
                  <a:cubicBezTo>
                    <a:pt x="1178" y="1448"/>
                    <a:pt x="1432" y="1225"/>
                    <a:pt x="1750" y="1225"/>
                  </a:cubicBezTo>
                  <a:lnTo>
                    <a:pt x="1909" y="1225"/>
                  </a:lnTo>
                  <a:cubicBezTo>
                    <a:pt x="2260" y="1225"/>
                    <a:pt x="2530" y="1511"/>
                    <a:pt x="2530" y="1845"/>
                  </a:cubicBezTo>
                  <a:lnTo>
                    <a:pt x="2530" y="2243"/>
                  </a:lnTo>
                  <a:cubicBezTo>
                    <a:pt x="2418" y="2323"/>
                    <a:pt x="2355" y="2466"/>
                    <a:pt x="2355" y="2625"/>
                  </a:cubicBezTo>
                  <a:cubicBezTo>
                    <a:pt x="2355" y="2689"/>
                    <a:pt x="2371" y="2768"/>
                    <a:pt x="2403" y="2832"/>
                  </a:cubicBezTo>
                  <a:lnTo>
                    <a:pt x="1289" y="2832"/>
                  </a:lnTo>
                  <a:cubicBezTo>
                    <a:pt x="1241" y="2800"/>
                    <a:pt x="1178" y="2784"/>
                    <a:pt x="1130" y="2768"/>
                  </a:cubicBezTo>
                  <a:close/>
                  <a:moveTo>
                    <a:pt x="2339" y="493"/>
                  </a:moveTo>
                  <a:cubicBezTo>
                    <a:pt x="2339" y="223"/>
                    <a:pt x="2100" y="0"/>
                    <a:pt x="1830" y="0"/>
                  </a:cubicBezTo>
                  <a:cubicBezTo>
                    <a:pt x="1543" y="0"/>
                    <a:pt x="1321" y="223"/>
                    <a:pt x="1321" y="493"/>
                  </a:cubicBezTo>
                  <a:cubicBezTo>
                    <a:pt x="1321" y="780"/>
                    <a:pt x="1543" y="1002"/>
                    <a:pt x="1830" y="1002"/>
                  </a:cubicBezTo>
                  <a:cubicBezTo>
                    <a:pt x="2100" y="1002"/>
                    <a:pt x="2339" y="780"/>
                    <a:pt x="2339" y="493"/>
                  </a:cubicBezTo>
                  <a:close/>
                  <a:moveTo>
                    <a:pt x="1480" y="493"/>
                  </a:moveTo>
                  <a:cubicBezTo>
                    <a:pt x="1480" y="302"/>
                    <a:pt x="1639" y="159"/>
                    <a:pt x="1830" y="159"/>
                  </a:cubicBezTo>
                  <a:cubicBezTo>
                    <a:pt x="2021" y="159"/>
                    <a:pt x="2180" y="302"/>
                    <a:pt x="2180" y="493"/>
                  </a:cubicBezTo>
                  <a:cubicBezTo>
                    <a:pt x="2180" y="684"/>
                    <a:pt x="2021" y="843"/>
                    <a:pt x="1830" y="843"/>
                  </a:cubicBezTo>
                  <a:cubicBezTo>
                    <a:pt x="1639" y="843"/>
                    <a:pt x="1480" y="684"/>
                    <a:pt x="1480" y="493"/>
                  </a:cubicBezTo>
                  <a:close/>
                  <a:moveTo>
                    <a:pt x="2784" y="3182"/>
                  </a:moveTo>
                  <a:cubicBezTo>
                    <a:pt x="2355" y="3182"/>
                    <a:pt x="2005" y="3532"/>
                    <a:pt x="2005" y="3962"/>
                  </a:cubicBezTo>
                  <a:lnTo>
                    <a:pt x="2005" y="5027"/>
                  </a:lnTo>
                  <a:cubicBezTo>
                    <a:pt x="2005" y="5075"/>
                    <a:pt x="2037" y="5107"/>
                    <a:pt x="2084" y="5107"/>
                  </a:cubicBezTo>
                  <a:lnTo>
                    <a:pt x="3643" y="5107"/>
                  </a:lnTo>
                  <a:cubicBezTo>
                    <a:pt x="3691" y="5107"/>
                    <a:pt x="3723" y="5075"/>
                    <a:pt x="3723" y="5027"/>
                  </a:cubicBezTo>
                  <a:lnTo>
                    <a:pt x="3723" y="3962"/>
                  </a:lnTo>
                  <a:cubicBezTo>
                    <a:pt x="3723" y="3532"/>
                    <a:pt x="3373" y="3182"/>
                    <a:pt x="2943" y="3182"/>
                  </a:cubicBezTo>
                  <a:close/>
                  <a:moveTo>
                    <a:pt x="3564" y="3962"/>
                  </a:moveTo>
                  <a:lnTo>
                    <a:pt x="3564" y="4948"/>
                  </a:lnTo>
                  <a:lnTo>
                    <a:pt x="2164" y="4948"/>
                  </a:lnTo>
                  <a:lnTo>
                    <a:pt x="2164" y="3962"/>
                  </a:lnTo>
                  <a:cubicBezTo>
                    <a:pt x="2164" y="3627"/>
                    <a:pt x="2434" y="3341"/>
                    <a:pt x="2784" y="3341"/>
                  </a:cubicBezTo>
                  <a:lnTo>
                    <a:pt x="2943" y="3341"/>
                  </a:lnTo>
                  <a:cubicBezTo>
                    <a:pt x="3278" y="3341"/>
                    <a:pt x="3564" y="3627"/>
                    <a:pt x="3564" y="3962"/>
                  </a:cubicBezTo>
                  <a:close/>
                </a:path>
              </a:pathLst>
            </a:custGeom>
            <a:solidFill>
              <a:srgbClr val="2E3C98"/>
            </a:solidFill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defTabSz="91440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SimSun" pitchFamily="2"/>
                <a:cs typeface="Lucida Sans" pitchFamily="2"/>
              </a:endParaRP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3D82BED0-DBB2-4B7D-853F-8191095F1E98}"/>
              </a:ext>
            </a:extLst>
          </p:cNvPr>
          <p:cNvGrpSpPr/>
          <p:nvPr/>
        </p:nvGrpSpPr>
        <p:grpSpPr>
          <a:xfrm>
            <a:off x="8475311" y="2677885"/>
            <a:ext cx="9479902" cy="2138264"/>
            <a:chOff x="8475311" y="2677885"/>
            <a:chExt cx="9479902" cy="2138264"/>
          </a:xfrm>
        </p:grpSpPr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C0786D8C-9B9E-4D81-8C6F-9132B6339A06}"/>
                </a:ext>
              </a:extLst>
            </p:cNvPr>
            <p:cNvGrpSpPr/>
            <p:nvPr/>
          </p:nvGrpSpPr>
          <p:grpSpPr>
            <a:xfrm>
              <a:off x="8475311" y="2677885"/>
              <a:ext cx="9479902" cy="2138264"/>
              <a:chOff x="8475311" y="2677885"/>
              <a:chExt cx="9479902" cy="2138264"/>
            </a:xfrm>
          </p:grpSpPr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B8EBB911-AB35-4145-8147-D98AE045094F}"/>
                  </a:ext>
                </a:extLst>
              </p:cNvPr>
              <p:cNvSpPr/>
              <p:nvPr/>
            </p:nvSpPr>
            <p:spPr>
              <a:xfrm>
                <a:off x="8475311" y="2677885"/>
                <a:ext cx="9479902" cy="2138264"/>
              </a:xfrm>
              <a:prstGeom prst="rect">
                <a:avLst/>
              </a:prstGeom>
              <a:solidFill>
                <a:srgbClr val="FFFFFF"/>
              </a:solidFill>
              <a:ln w="12700" cap="flat" cmpd="sng" algn="ctr">
                <a:solidFill>
                  <a:srgbClr val="2E3C98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grpSp>
            <p:nvGrpSpPr>
              <p:cNvPr id="78" name="Group 77">
                <a:extLst>
                  <a:ext uri="{FF2B5EF4-FFF2-40B4-BE49-F238E27FC236}">
                    <a16:creationId xmlns:a16="http://schemas.microsoft.com/office/drawing/2014/main" id="{C22192B9-8AE8-4369-A4C2-85F9F4731B27}"/>
                  </a:ext>
                </a:extLst>
              </p:cNvPr>
              <p:cNvGrpSpPr/>
              <p:nvPr/>
            </p:nvGrpSpPr>
            <p:grpSpPr>
              <a:xfrm>
                <a:off x="9033188" y="3044492"/>
                <a:ext cx="1770870" cy="1460641"/>
                <a:chOff x="13325266" y="3044492"/>
                <a:chExt cx="1770870" cy="1460641"/>
              </a:xfrm>
            </p:grpSpPr>
            <p:sp>
              <p:nvSpPr>
                <p:cNvPr id="85" name="Flowchart: Magnetic Disk 84">
                  <a:extLst>
                    <a:ext uri="{FF2B5EF4-FFF2-40B4-BE49-F238E27FC236}">
                      <a16:creationId xmlns:a16="http://schemas.microsoft.com/office/drawing/2014/main" id="{5C47AB4D-813B-443F-980F-1C589599221B}"/>
                    </a:ext>
                  </a:extLst>
                </p:cNvPr>
                <p:cNvSpPr/>
                <p:nvPr/>
              </p:nvSpPr>
              <p:spPr>
                <a:xfrm>
                  <a:off x="13781494" y="3755571"/>
                  <a:ext cx="783771" cy="749562"/>
                </a:xfrm>
                <a:prstGeom prst="flowChartMagneticDisk">
                  <a:avLst/>
                </a:prstGeom>
                <a:solidFill>
                  <a:srgbClr val="FFFFFF"/>
                </a:solidFill>
                <a:ln w="25400" cap="flat" cmpd="sng" algn="ctr">
                  <a:solidFill>
                    <a:srgbClr val="2E3C98">
                      <a:alpha val="90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r-FR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460A057D-AC71-44C7-BA3C-74D3BA65C096}"/>
                    </a:ext>
                  </a:extLst>
                </p:cNvPr>
                <p:cNvSpPr txBox="1"/>
                <p:nvPr/>
              </p:nvSpPr>
              <p:spPr>
                <a:xfrm>
                  <a:off x="13325266" y="3044492"/>
                  <a:ext cx="1770870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fr-FR" sz="16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E3C98"/>
                      </a:solidFill>
                      <a:effectLst/>
                      <a:uLnTx/>
                      <a:uFillTx/>
                    </a:rPr>
                    <a:t>DAS</a:t>
                  </a:r>
                </a:p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fr-FR" sz="1600" b="0" i="0" u="none" strike="noStrike" kern="0" cap="none" spc="0" normalizeH="0" baseline="0" noProof="0" err="1">
                      <a:ln>
                        <a:noFill/>
                      </a:ln>
                      <a:solidFill>
                        <a:srgbClr val="2E3C98"/>
                      </a:solidFill>
                      <a:effectLst/>
                      <a:uLnTx/>
                      <a:uFillTx/>
                    </a:rPr>
                    <a:t>database</a:t>
                  </a:r>
                  <a:endParaRPr kumimoji="0" lang="fr-FR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2E3C98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79" name="Group 78">
                <a:extLst>
                  <a:ext uri="{FF2B5EF4-FFF2-40B4-BE49-F238E27FC236}">
                    <a16:creationId xmlns:a16="http://schemas.microsoft.com/office/drawing/2014/main" id="{5D1F1268-D7B0-4221-964C-364D56A4E99C}"/>
                  </a:ext>
                </a:extLst>
              </p:cNvPr>
              <p:cNvGrpSpPr/>
              <p:nvPr/>
            </p:nvGrpSpPr>
            <p:grpSpPr>
              <a:xfrm>
                <a:off x="11766259" y="3100181"/>
                <a:ext cx="2730395" cy="1404952"/>
                <a:chOff x="16058337" y="3100181"/>
                <a:chExt cx="2730395" cy="1404952"/>
              </a:xfrm>
            </p:grpSpPr>
            <p:sp>
              <p:nvSpPr>
                <p:cNvPr id="83" name="Flowchart: Magnetic Disk 82">
                  <a:extLst>
                    <a:ext uri="{FF2B5EF4-FFF2-40B4-BE49-F238E27FC236}">
                      <a16:creationId xmlns:a16="http://schemas.microsoft.com/office/drawing/2014/main" id="{1DD28B24-BC2E-4B8B-97A5-E5CCC01BF89D}"/>
                    </a:ext>
                  </a:extLst>
                </p:cNvPr>
                <p:cNvSpPr/>
                <p:nvPr/>
              </p:nvSpPr>
              <p:spPr>
                <a:xfrm>
                  <a:off x="17031648" y="3755571"/>
                  <a:ext cx="783771" cy="749562"/>
                </a:xfrm>
                <a:prstGeom prst="flowChartMagneticDisk">
                  <a:avLst/>
                </a:prstGeom>
                <a:solidFill>
                  <a:srgbClr val="FFFFFF"/>
                </a:solidFill>
                <a:ln w="25400" cap="flat" cmpd="sng" algn="ctr">
                  <a:solidFill>
                    <a:srgbClr val="2E3C98">
                      <a:alpha val="90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r-FR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84" name="TextBox 83">
                  <a:extLst>
                    <a:ext uri="{FF2B5EF4-FFF2-40B4-BE49-F238E27FC236}">
                      <a16:creationId xmlns:a16="http://schemas.microsoft.com/office/drawing/2014/main" id="{35EB3931-B9F0-4A80-8892-9565ED76CF7A}"/>
                    </a:ext>
                  </a:extLst>
                </p:cNvPr>
                <p:cNvSpPr txBox="1"/>
                <p:nvPr/>
              </p:nvSpPr>
              <p:spPr>
                <a:xfrm>
                  <a:off x="16058337" y="3100181"/>
                  <a:ext cx="2730395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fr-FR" sz="16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E3C98"/>
                      </a:solidFill>
                      <a:effectLst/>
                      <a:uLnTx/>
                      <a:uFillTx/>
                    </a:rPr>
                    <a:t>Orchestration</a:t>
                  </a:r>
                </a:p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fr-FR" sz="1600" b="0" i="0" u="none" strike="noStrike" kern="0" cap="none" spc="0" normalizeH="0" baseline="0" noProof="0" err="1">
                      <a:ln>
                        <a:noFill/>
                      </a:ln>
                      <a:solidFill>
                        <a:srgbClr val="2E3C98"/>
                      </a:solidFill>
                      <a:effectLst/>
                      <a:uLnTx/>
                      <a:uFillTx/>
                    </a:rPr>
                    <a:t>database</a:t>
                  </a:r>
                  <a:endParaRPr kumimoji="0" lang="fr-FR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2E3C98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80" name="Group 79">
                <a:extLst>
                  <a:ext uri="{FF2B5EF4-FFF2-40B4-BE49-F238E27FC236}">
                    <a16:creationId xmlns:a16="http://schemas.microsoft.com/office/drawing/2014/main" id="{9C34D874-647B-4FA6-A83E-598D7DB3FD02}"/>
                  </a:ext>
                </a:extLst>
              </p:cNvPr>
              <p:cNvGrpSpPr/>
              <p:nvPr/>
            </p:nvGrpSpPr>
            <p:grpSpPr>
              <a:xfrm>
                <a:off x="14957324" y="3100181"/>
                <a:ext cx="2730395" cy="1423613"/>
                <a:chOff x="19249402" y="3100181"/>
                <a:chExt cx="2730395" cy="1423613"/>
              </a:xfrm>
            </p:grpSpPr>
            <p:sp>
              <p:nvSpPr>
                <p:cNvPr id="81" name="Flowchart: Magnetic Disk 80">
                  <a:extLst>
                    <a:ext uri="{FF2B5EF4-FFF2-40B4-BE49-F238E27FC236}">
                      <a16:creationId xmlns:a16="http://schemas.microsoft.com/office/drawing/2014/main" id="{DA22B1D3-58B9-4217-82EA-2417A7CC0130}"/>
                    </a:ext>
                  </a:extLst>
                </p:cNvPr>
                <p:cNvSpPr/>
                <p:nvPr/>
              </p:nvSpPr>
              <p:spPr>
                <a:xfrm>
                  <a:off x="20185391" y="3774232"/>
                  <a:ext cx="783771" cy="749562"/>
                </a:xfrm>
                <a:prstGeom prst="flowChartMagneticDisk">
                  <a:avLst/>
                </a:prstGeom>
                <a:solidFill>
                  <a:srgbClr val="FFFFFF"/>
                </a:solidFill>
                <a:ln w="25400" cap="flat" cmpd="sng" algn="ctr">
                  <a:solidFill>
                    <a:srgbClr val="2E3C98">
                      <a:alpha val="90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r-FR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49BB69DA-BBBA-4A32-8246-BF99288A86CA}"/>
                    </a:ext>
                  </a:extLst>
                </p:cNvPr>
                <p:cNvSpPr txBox="1"/>
                <p:nvPr/>
              </p:nvSpPr>
              <p:spPr>
                <a:xfrm>
                  <a:off x="19249402" y="3100181"/>
                  <a:ext cx="2730395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fr-FR" sz="1600" b="0" i="0" u="none" strike="noStrike" kern="0" cap="none" spc="0" normalizeH="0" baseline="0" noProof="0" err="1">
                      <a:ln>
                        <a:noFill/>
                      </a:ln>
                      <a:solidFill>
                        <a:srgbClr val="2E3C98"/>
                      </a:solidFill>
                      <a:effectLst/>
                      <a:uLnTx/>
                      <a:uFillTx/>
                    </a:rPr>
                    <a:t>Empower</a:t>
                  </a:r>
                  <a:endParaRPr kumimoji="0" lang="fr-FR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2E3C98"/>
                    </a:solidFill>
                    <a:effectLst/>
                    <a:uLnTx/>
                    <a:uFillTx/>
                  </a:endParaRPr>
                </a:p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fr-FR" sz="1600" b="0" i="0" u="none" strike="noStrike" kern="0" cap="none" spc="0" normalizeH="0" baseline="0" noProof="0" err="1">
                      <a:ln>
                        <a:noFill/>
                      </a:ln>
                      <a:solidFill>
                        <a:srgbClr val="2E3C98"/>
                      </a:solidFill>
                      <a:effectLst/>
                      <a:uLnTx/>
                      <a:uFillTx/>
                    </a:rPr>
                    <a:t>database</a:t>
                  </a:r>
                  <a:endParaRPr kumimoji="0" lang="fr-FR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2E3C98"/>
                    </a:solidFill>
                    <a:effectLst/>
                    <a:uLnTx/>
                    <a:uFillTx/>
                  </a:endParaRPr>
                </a:p>
              </p:txBody>
            </p:sp>
          </p:grpSp>
        </p:grp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2DB4D0CC-8EA2-4E8B-82E4-46CF88704771}"/>
                </a:ext>
              </a:extLst>
            </p:cNvPr>
            <p:cNvSpPr txBox="1"/>
            <p:nvPr/>
          </p:nvSpPr>
          <p:spPr>
            <a:xfrm>
              <a:off x="11968054" y="2680913"/>
              <a:ext cx="20826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800" b="0" i="1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Database</a:t>
              </a:r>
              <a:r>
                <a:rPr kumimoji="0" lang="fr-FR" sz="18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 services</a:t>
              </a:r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FEFF1F27-EEE2-471F-93FB-5B7B760985D5}"/>
              </a:ext>
            </a:extLst>
          </p:cNvPr>
          <p:cNvGrpSpPr/>
          <p:nvPr/>
        </p:nvGrpSpPr>
        <p:grpSpPr>
          <a:xfrm>
            <a:off x="9918623" y="4502799"/>
            <a:ext cx="6407009" cy="1195095"/>
            <a:chOff x="9918623" y="4502799"/>
            <a:chExt cx="6407009" cy="1195095"/>
          </a:xfrm>
        </p:grpSpPr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09B0CDEE-105E-4E36-9C6E-5B20F678ABC0}"/>
                </a:ext>
              </a:extLst>
            </p:cNvPr>
            <p:cNvCxnSpPr>
              <a:cxnSpLocks/>
              <a:endCxn id="6" idx="0"/>
            </p:cNvCxnSpPr>
            <p:nvPr/>
          </p:nvCxnSpPr>
          <p:spPr>
            <a:xfrm>
              <a:off x="9918623" y="4502799"/>
              <a:ext cx="2" cy="1188871"/>
            </a:xfrm>
            <a:prstGeom prst="straightConnector1">
              <a:avLst/>
            </a:prstGeom>
            <a:noFill/>
            <a:ln w="28575" cap="flat" cmpd="sng" algn="ctr">
              <a:solidFill>
                <a:srgbClr val="0070C0"/>
              </a:solidFill>
              <a:prstDash val="solid"/>
              <a:miter lim="800000"/>
              <a:headEnd type="triangle" w="lg" len="med"/>
              <a:tailEnd type="triangle" w="lg" len="med"/>
            </a:ln>
            <a:effectLst/>
          </p:spPr>
        </p:cxn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55A99693-FC24-4652-A67D-9B420ED544AE}"/>
                </a:ext>
              </a:extLst>
            </p:cNvPr>
            <p:cNvCxnSpPr>
              <a:cxnSpLocks/>
            </p:cNvCxnSpPr>
            <p:nvPr/>
          </p:nvCxnSpPr>
          <p:spPr>
            <a:xfrm>
              <a:off x="13150117" y="4505133"/>
              <a:ext cx="3" cy="1189649"/>
            </a:xfrm>
            <a:prstGeom prst="straightConnector1">
              <a:avLst/>
            </a:prstGeom>
            <a:noFill/>
            <a:ln w="28575" cap="flat" cmpd="sng" algn="ctr">
              <a:solidFill>
                <a:srgbClr val="0070C0"/>
              </a:solidFill>
              <a:prstDash val="solid"/>
              <a:miter lim="800000"/>
              <a:headEnd type="triangle" w="lg" len="med"/>
              <a:tailEnd type="triangle" w="lg" len="med"/>
            </a:ln>
            <a:effectLst/>
          </p:spPr>
        </p:cxnSp>
        <p:cxnSp>
          <p:nvCxnSpPr>
            <p:cNvPr id="90" name="Straight Arrow Connector 89">
              <a:extLst>
                <a:ext uri="{FF2B5EF4-FFF2-40B4-BE49-F238E27FC236}">
                  <a16:creationId xmlns:a16="http://schemas.microsoft.com/office/drawing/2014/main" id="{66AF043F-8CC1-4F35-BD32-86F7CDF3EA01}"/>
                </a:ext>
              </a:extLst>
            </p:cNvPr>
            <p:cNvCxnSpPr>
              <a:cxnSpLocks/>
            </p:cNvCxnSpPr>
            <p:nvPr/>
          </p:nvCxnSpPr>
          <p:spPr>
            <a:xfrm>
              <a:off x="16325632" y="4542161"/>
              <a:ext cx="0" cy="1155733"/>
            </a:xfrm>
            <a:prstGeom prst="straightConnector1">
              <a:avLst/>
            </a:prstGeom>
            <a:noFill/>
            <a:ln w="28575" cap="flat" cmpd="sng" algn="ctr">
              <a:solidFill>
                <a:srgbClr val="0070C0"/>
              </a:solidFill>
              <a:prstDash val="solid"/>
              <a:miter lim="800000"/>
              <a:headEnd type="triangle" w="lg" len="med"/>
              <a:tailEnd type="triangle" w="lg" len="med"/>
            </a:ln>
            <a:effectLst/>
          </p:spPr>
        </p:cxnSp>
      </p:grpSp>
      <p:sp>
        <p:nvSpPr>
          <p:cNvPr id="91" name="TextBox 90">
            <a:extLst>
              <a:ext uri="{FF2B5EF4-FFF2-40B4-BE49-F238E27FC236}">
                <a16:creationId xmlns:a16="http://schemas.microsoft.com/office/drawing/2014/main" id="{3D0124AB-AA7D-4916-8ACD-A060E23500C2}"/>
              </a:ext>
            </a:extLst>
          </p:cNvPr>
          <p:cNvSpPr txBox="1"/>
          <p:nvPr/>
        </p:nvSpPr>
        <p:spPr>
          <a:xfrm>
            <a:off x="19138673" y="9826649"/>
            <a:ext cx="4804467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B58"/>
              </a:buClr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Images Tags</a:t>
            </a:r>
          </a:p>
          <a:p>
            <a:pPr lvl="0" defTabSz="914400">
              <a:buClr>
                <a:srgbClr val="111B58"/>
              </a:buClr>
              <a:defRPr/>
            </a:pPr>
            <a:r>
              <a:rPr lang="en-US" sz="1400" kern="0" dirty="0">
                <a:solidFill>
                  <a:srgbClr val="000000"/>
                </a:solidFill>
              </a:rPr>
              <a:t>Refer the latest chart values </a:t>
            </a:r>
            <a:r>
              <a:rPr lang="en-US" sz="1400" kern="0" dirty="0" err="1">
                <a:solidFill>
                  <a:srgbClr val="000000"/>
                </a:solidFill>
              </a:rPr>
              <a:t>yaml</a:t>
            </a:r>
            <a:r>
              <a:rPr lang="en-US" sz="1400" kern="0" dirty="0">
                <a:solidFill>
                  <a:srgbClr val="000000"/>
                </a:solidFill>
              </a:rPr>
              <a:t> or install planning guide</a:t>
            </a:r>
            <a:b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</a:b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grpSp>
        <p:nvGrpSpPr>
          <p:cNvPr id="92" name="Group 91">
            <a:extLst>
              <a:ext uri="{FF2B5EF4-FFF2-40B4-BE49-F238E27FC236}">
                <a16:creationId xmlns:a16="http://schemas.microsoft.com/office/drawing/2014/main" id="{F5C9A490-FE31-46FC-90DC-D13D344B9504}"/>
              </a:ext>
            </a:extLst>
          </p:cNvPr>
          <p:cNvGrpSpPr/>
          <p:nvPr/>
        </p:nvGrpSpPr>
        <p:grpSpPr>
          <a:xfrm>
            <a:off x="2445963" y="11611298"/>
            <a:ext cx="3478191" cy="844511"/>
            <a:chOff x="8081648" y="3821448"/>
            <a:chExt cx="3478191" cy="844511"/>
          </a:xfrm>
        </p:grpSpPr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4961BEFE-5B9C-4C26-B555-84DE22A90B98}"/>
                </a:ext>
              </a:extLst>
            </p:cNvPr>
            <p:cNvSpPr/>
            <p:nvPr/>
          </p:nvSpPr>
          <p:spPr>
            <a:xfrm>
              <a:off x="8081648" y="3821448"/>
              <a:ext cx="3478191" cy="844511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solidFill>
                <a:srgbClr val="2E3C98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     </a:t>
              </a:r>
              <a:r>
                <a:rPr kumimoji="0" lang="fr-FR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2E3C98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Bastion Host</a:t>
              </a:r>
              <a:br>
                <a:rPr kumimoji="0" lang="fr-FR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2E3C98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</a:br>
              <a:r>
                <a:rPr kumimoji="0" lang="fr-FR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2E3C98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  </a:t>
              </a:r>
              <a:r>
                <a:rPr kumimoji="0" lang="fr-FR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2E3C98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(k8s or oc, </a:t>
              </a:r>
              <a:r>
                <a:rPr kumimoji="0" lang="fr-FR" sz="20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2E3C98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helm</a:t>
              </a:r>
              <a:r>
                <a:rPr kumimoji="0" lang="fr-FR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2E3C98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 CLI)</a:t>
              </a:r>
              <a:endParaRPr kumimoji="0" lang="fr-FR" sz="1800" b="0" i="0" u="none" strike="noStrike" kern="0" cap="none" spc="0" normalizeH="0" baseline="0" noProof="0" dirty="0">
                <a:ln>
                  <a:noFill/>
                </a:ln>
                <a:solidFill>
                  <a:srgbClr val="2E3C9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4" name="Freeform: Shape 19">
              <a:extLst>
                <a:ext uri="{FF2B5EF4-FFF2-40B4-BE49-F238E27FC236}">
                  <a16:creationId xmlns:a16="http://schemas.microsoft.com/office/drawing/2014/main" id="{459C88CE-9750-4FF1-ADEE-3695F999AE5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836609" y="3905029"/>
              <a:ext cx="524843" cy="7200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723" h="5107">
                  <a:moveTo>
                    <a:pt x="955" y="2752"/>
                  </a:moveTo>
                  <a:lnTo>
                    <a:pt x="780" y="2752"/>
                  </a:lnTo>
                  <a:cubicBezTo>
                    <a:pt x="350" y="2752"/>
                    <a:pt x="0" y="3102"/>
                    <a:pt x="0" y="3532"/>
                  </a:cubicBezTo>
                  <a:lnTo>
                    <a:pt x="0" y="4598"/>
                  </a:lnTo>
                  <a:cubicBezTo>
                    <a:pt x="0" y="4645"/>
                    <a:pt x="32" y="4677"/>
                    <a:pt x="80" y="4677"/>
                  </a:cubicBezTo>
                  <a:lnTo>
                    <a:pt x="1655" y="4677"/>
                  </a:lnTo>
                  <a:cubicBezTo>
                    <a:pt x="1687" y="4677"/>
                    <a:pt x="1734" y="4645"/>
                    <a:pt x="1734" y="4598"/>
                  </a:cubicBezTo>
                  <a:lnTo>
                    <a:pt x="1734" y="3532"/>
                  </a:lnTo>
                  <a:cubicBezTo>
                    <a:pt x="1734" y="3325"/>
                    <a:pt x="1639" y="3134"/>
                    <a:pt x="1512" y="2991"/>
                  </a:cubicBezTo>
                  <a:lnTo>
                    <a:pt x="2514" y="2991"/>
                  </a:lnTo>
                  <a:cubicBezTo>
                    <a:pt x="2609" y="3071"/>
                    <a:pt x="2721" y="3118"/>
                    <a:pt x="2864" y="3118"/>
                  </a:cubicBezTo>
                  <a:cubicBezTo>
                    <a:pt x="3134" y="3118"/>
                    <a:pt x="3373" y="2896"/>
                    <a:pt x="3373" y="2625"/>
                  </a:cubicBezTo>
                  <a:cubicBezTo>
                    <a:pt x="3373" y="2339"/>
                    <a:pt x="3134" y="2116"/>
                    <a:pt x="2864" y="2116"/>
                  </a:cubicBezTo>
                  <a:cubicBezTo>
                    <a:pt x="2800" y="2116"/>
                    <a:pt x="2737" y="2132"/>
                    <a:pt x="2689" y="2148"/>
                  </a:cubicBezTo>
                  <a:lnTo>
                    <a:pt x="2689" y="1845"/>
                  </a:lnTo>
                  <a:cubicBezTo>
                    <a:pt x="2689" y="1416"/>
                    <a:pt x="2339" y="1066"/>
                    <a:pt x="1909" y="1066"/>
                  </a:cubicBezTo>
                  <a:lnTo>
                    <a:pt x="1750" y="1066"/>
                  </a:lnTo>
                  <a:cubicBezTo>
                    <a:pt x="1369" y="1066"/>
                    <a:pt x="1050" y="1336"/>
                    <a:pt x="987" y="1702"/>
                  </a:cubicBezTo>
                  <a:cubicBezTo>
                    <a:pt x="939" y="1686"/>
                    <a:pt x="907" y="1686"/>
                    <a:pt x="859" y="1686"/>
                  </a:cubicBezTo>
                  <a:cubicBezTo>
                    <a:pt x="589" y="1686"/>
                    <a:pt x="366" y="1909"/>
                    <a:pt x="366" y="2195"/>
                  </a:cubicBezTo>
                  <a:cubicBezTo>
                    <a:pt x="366" y="2466"/>
                    <a:pt x="589" y="2689"/>
                    <a:pt x="859" y="2689"/>
                  </a:cubicBezTo>
                  <a:lnTo>
                    <a:pt x="970" y="2689"/>
                  </a:lnTo>
                  <a:lnTo>
                    <a:pt x="970" y="2752"/>
                  </a:lnTo>
                  <a:close/>
                  <a:moveTo>
                    <a:pt x="1575" y="4518"/>
                  </a:moveTo>
                  <a:lnTo>
                    <a:pt x="159" y="4518"/>
                  </a:lnTo>
                  <a:lnTo>
                    <a:pt x="159" y="3532"/>
                  </a:lnTo>
                  <a:cubicBezTo>
                    <a:pt x="159" y="3198"/>
                    <a:pt x="446" y="2911"/>
                    <a:pt x="780" y="2911"/>
                  </a:cubicBezTo>
                  <a:lnTo>
                    <a:pt x="955" y="2911"/>
                  </a:lnTo>
                  <a:cubicBezTo>
                    <a:pt x="1289" y="2911"/>
                    <a:pt x="1575" y="3198"/>
                    <a:pt x="1575" y="3532"/>
                  </a:cubicBezTo>
                  <a:close/>
                  <a:moveTo>
                    <a:pt x="3214" y="2625"/>
                  </a:moveTo>
                  <a:cubicBezTo>
                    <a:pt x="3214" y="2816"/>
                    <a:pt x="3055" y="2959"/>
                    <a:pt x="2864" y="2959"/>
                  </a:cubicBezTo>
                  <a:cubicBezTo>
                    <a:pt x="2673" y="2959"/>
                    <a:pt x="2514" y="2816"/>
                    <a:pt x="2514" y="2625"/>
                  </a:cubicBezTo>
                  <a:cubicBezTo>
                    <a:pt x="2514" y="2434"/>
                    <a:pt x="2673" y="2275"/>
                    <a:pt x="2864" y="2275"/>
                  </a:cubicBezTo>
                  <a:cubicBezTo>
                    <a:pt x="3055" y="2275"/>
                    <a:pt x="3214" y="2434"/>
                    <a:pt x="3214" y="2625"/>
                  </a:cubicBezTo>
                  <a:close/>
                  <a:moveTo>
                    <a:pt x="525" y="2195"/>
                  </a:moveTo>
                  <a:cubicBezTo>
                    <a:pt x="525" y="2005"/>
                    <a:pt x="669" y="1845"/>
                    <a:pt x="859" y="1845"/>
                  </a:cubicBezTo>
                  <a:cubicBezTo>
                    <a:pt x="1050" y="1845"/>
                    <a:pt x="1209" y="2005"/>
                    <a:pt x="1209" y="2195"/>
                  </a:cubicBezTo>
                  <a:cubicBezTo>
                    <a:pt x="1209" y="2386"/>
                    <a:pt x="1050" y="2529"/>
                    <a:pt x="859" y="2529"/>
                  </a:cubicBezTo>
                  <a:cubicBezTo>
                    <a:pt x="669" y="2529"/>
                    <a:pt x="525" y="2386"/>
                    <a:pt x="525" y="2195"/>
                  </a:cubicBezTo>
                  <a:close/>
                  <a:moveTo>
                    <a:pt x="1130" y="2625"/>
                  </a:moveTo>
                  <a:cubicBezTo>
                    <a:pt x="1273" y="2529"/>
                    <a:pt x="1369" y="2371"/>
                    <a:pt x="1369" y="2195"/>
                  </a:cubicBezTo>
                  <a:cubicBezTo>
                    <a:pt x="1369" y="2005"/>
                    <a:pt x="1273" y="1845"/>
                    <a:pt x="1130" y="1766"/>
                  </a:cubicBezTo>
                  <a:cubicBezTo>
                    <a:pt x="1178" y="1448"/>
                    <a:pt x="1432" y="1225"/>
                    <a:pt x="1750" y="1225"/>
                  </a:cubicBezTo>
                  <a:lnTo>
                    <a:pt x="1909" y="1225"/>
                  </a:lnTo>
                  <a:cubicBezTo>
                    <a:pt x="2260" y="1225"/>
                    <a:pt x="2530" y="1511"/>
                    <a:pt x="2530" y="1845"/>
                  </a:cubicBezTo>
                  <a:lnTo>
                    <a:pt x="2530" y="2243"/>
                  </a:lnTo>
                  <a:cubicBezTo>
                    <a:pt x="2418" y="2323"/>
                    <a:pt x="2355" y="2466"/>
                    <a:pt x="2355" y="2625"/>
                  </a:cubicBezTo>
                  <a:cubicBezTo>
                    <a:pt x="2355" y="2689"/>
                    <a:pt x="2371" y="2768"/>
                    <a:pt x="2403" y="2832"/>
                  </a:cubicBezTo>
                  <a:lnTo>
                    <a:pt x="1289" y="2832"/>
                  </a:lnTo>
                  <a:cubicBezTo>
                    <a:pt x="1241" y="2800"/>
                    <a:pt x="1178" y="2784"/>
                    <a:pt x="1130" y="2768"/>
                  </a:cubicBezTo>
                  <a:close/>
                  <a:moveTo>
                    <a:pt x="2339" y="493"/>
                  </a:moveTo>
                  <a:cubicBezTo>
                    <a:pt x="2339" y="223"/>
                    <a:pt x="2100" y="0"/>
                    <a:pt x="1830" y="0"/>
                  </a:cubicBezTo>
                  <a:cubicBezTo>
                    <a:pt x="1543" y="0"/>
                    <a:pt x="1321" y="223"/>
                    <a:pt x="1321" y="493"/>
                  </a:cubicBezTo>
                  <a:cubicBezTo>
                    <a:pt x="1321" y="780"/>
                    <a:pt x="1543" y="1002"/>
                    <a:pt x="1830" y="1002"/>
                  </a:cubicBezTo>
                  <a:cubicBezTo>
                    <a:pt x="2100" y="1002"/>
                    <a:pt x="2339" y="780"/>
                    <a:pt x="2339" y="493"/>
                  </a:cubicBezTo>
                  <a:close/>
                  <a:moveTo>
                    <a:pt x="1480" y="493"/>
                  </a:moveTo>
                  <a:cubicBezTo>
                    <a:pt x="1480" y="302"/>
                    <a:pt x="1639" y="159"/>
                    <a:pt x="1830" y="159"/>
                  </a:cubicBezTo>
                  <a:cubicBezTo>
                    <a:pt x="2021" y="159"/>
                    <a:pt x="2180" y="302"/>
                    <a:pt x="2180" y="493"/>
                  </a:cubicBezTo>
                  <a:cubicBezTo>
                    <a:pt x="2180" y="684"/>
                    <a:pt x="2021" y="843"/>
                    <a:pt x="1830" y="843"/>
                  </a:cubicBezTo>
                  <a:cubicBezTo>
                    <a:pt x="1639" y="843"/>
                    <a:pt x="1480" y="684"/>
                    <a:pt x="1480" y="493"/>
                  </a:cubicBezTo>
                  <a:close/>
                  <a:moveTo>
                    <a:pt x="2784" y="3182"/>
                  </a:moveTo>
                  <a:cubicBezTo>
                    <a:pt x="2355" y="3182"/>
                    <a:pt x="2005" y="3532"/>
                    <a:pt x="2005" y="3962"/>
                  </a:cubicBezTo>
                  <a:lnTo>
                    <a:pt x="2005" y="5027"/>
                  </a:lnTo>
                  <a:cubicBezTo>
                    <a:pt x="2005" y="5075"/>
                    <a:pt x="2037" y="5107"/>
                    <a:pt x="2084" y="5107"/>
                  </a:cubicBezTo>
                  <a:lnTo>
                    <a:pt x="3643" y="5107"/>
                  </a:lnTo>
                  <a:cubicBezTo>
                    <a:pt x="3691" y="5107"/>
                    <a:pt x="3723" y="5075"/>
                    <a:pt x="3723" y="5027"/>
                  </a:cubicBezTo>
                  <a:lnTo>
                    <a:pt x="3723" y="3962"/>
                  </a:lnTo>
                  <a:cubicBezTo>
                    <a:pt x="3723" y="3532"/>
                    <a:pt x="3373" y="3182"/>
                    <a:pt x="2943" y="3182"/>
                  </a:cubicBezTo>
                  <a:close/>
                  <a:moveTo>
                    <a:pt x="3564" y="3962"/>
                  </a:moveTo>
                  <a:lnTo>
                    <a:pt x="3564" y="4948"/>
                  </a:lnTo>
                  <a:lnTo>
                    <a:pt x="2164" y="4948"/>
                  </a:lnTo>
                  <a:lnTo>
                    <a:pt x="2164" y="3962"/>
                  </a:lnTo>
                  <a:cubicBezTo>
                    <a:pt x="2164" y="3627"/>
                    <a:pt x="2434" y="3341"/>
                    <a:pt x="2784" y="3341"/>
                  </a:cubicBezTo>
                  <a:lnTo>
                    <a:pt x="2943" y="3341"/>
                  </a:lnTo>
                  <a:cubicBezTo>
                    <a:pt x="3278" y="3341"/>
                    <a:pt x="3564" y="3627"/>
                    <a:pt x="3564" y="3962"/>
                  </a:cubicBezTo>
                  <a:close/>
                </a:path>
              </a:pathLst>
            </a:custGeom>
            <a:solidFill>
              <a:srgbClr val="2E3C98"/>
            </a:solidFill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defTabSz="91440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SimSun" pitchFamily="2"/>
                <a:cs typeface="Lucida Sans" pitchFamily="2"/>
              </a:endParaRPr>
            </a:p>
          </p:txBody>
        </p:sp>
      </p:grp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0957B9EB-CB3B-4B74-ABB1-0CF6558717C2}"/>
              </a:ext>
            </a:extLst>
          </p:cNvPr>
          <p:cNvCxnSpPr>
            <a:cxnSpLocks/>
          </p:cNvCxnSpPr>
          <p:nvPr/>
        </p:nvCxnSpPr>
        <p:spPr>
          <a:xfrm>
            <a:off x="4185058" y="11001362"/>
            <a:ext cx="2779481" cy="0"/>
          </a:xfrm>
          <a:prstGeom prst="straightConnector1">
            <a:avLst/>
          </a:prstGeom>
          <a:noFill/>
          <a:ln w="28575" cap="flat" cmpd="sng" algn="ctr">
            <a:solidFill>
              <a:srgbClr val="0070C0"/>
            </a:solidFill>
            <a:prstDash val="solid"/>
            <a:miter lim="800000"/>
            <a:headEnd type="none" w="lg" len="med"/>
            <a:tailEnd type="triangle" w="lg" len="med"/>
          </a:ln>
          <a:effectLst/>
        </p:spPr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C9A2C30B-59DA-4840-A54E-0409A001951A}"/>
              </a:ext>
            </a:extLst>
          </p:cNvPr>
          <p:cNvCxnSpPr>
            <a:cxnSpLocks/>
            <a:endCxn id="93" idx="0"/>
          </p:cNvCxnSpPr>
          <p:nvPr/>
        </p:nvCxnSpPr>
        <p:spPr>
          <a:xfrm>
            <a:off x="4185059" y="11001362"/>
            <a:ext cx="0" cy="609936"/>
          </a:xfrm>
          <a:prstGeom prst="line">
            <a:avLst/>
          </a:prstGeom>
          <a:noFill/>
          <a:ln w="28575" cap="flat" cmpd="sng" algn="ctr">
            <a:solidFill>
              <a:srgbClr val="0070C0"/>
            </a:solidFill>
            <a:prstDash val="solid"/>
            <a:miter lim="800000"/>
            <a:headEnd type="none" w="lg" len="med"/>
            <a:tailEnd type="none" w="lg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040073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5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0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5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00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3500"/>
                            </p:stCondLst>
                            <p:childTnLst>
                              <p:par>
                                <p:cTn id="6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000"/>
                            </p:stCondLst>
                            <p:childTnLst>
                              <p:par>
                                <p:cTn id="7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6" grpId="0" animBg="1"/>
      <p:bldP spid="17" grpId="0" animBg="1"/>
      <p:bldP spid="25" grpId="0" animBg="1"/>
      <p:bldP spid="67" grpId="0"/>
      <p:bldP spid="68" grpId="0"/>
      <p:bldP spid="69" grpId="0"/>
      <p:bldP spid="70" grpId="0"/>
      <p:bldP spid="9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F86CE-95CB-CD4E-9818-4CA5285BB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016" y="305229"/>
            <a:ext cx="22179106" cy="1946149"/>
          </a:xfrm>
        </p:spPr>
        <p:txBody>
          <a:bodyPr/>
          <a:lstStyle/>
          <a:p>
            <a:r>
              <a:rPr lang="en-US" dirty="0"/>
              <a:t>Communications v25.4 – K8s / OpenShift Cluster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8749B1A-9DCF-4CE8-A824-67890D95B2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4703" y="2014366"/>
            <a:ext cx="13684469" cy="10793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6122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F2CCC-D5E9-4AE0-BDD2-289107786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Tenant and Domains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8DC46F-5C87-469B-B6BA-69B368A35C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0834" y="2251077"/>
            <a:ext cx="18669924" cy="10643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4670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83D30-3F01-D990-0753-D179A3546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3425" y="4851749"/>
            <a:ext cx="2943618" cy="2250508"/>
          </a:xfrm>
        </p:spPr>
        <p:txBody>
          <a:bodyPr/>
          <a:lstStyle/>
          <a:p>
            <a:r>
              <a:rPr lang="en-US" sz="9600" dirty="0"/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2285229973"/>
      </p:ext>
    </p:extLst>
  </p:cSld>
  <p:clrMapOvr>
    <a:masterClrMapping/>
  </p:clrMapOvr>
</p:sld>
</file>

<file path=ppt/theme/theme1.xml><?xml version="1.0" encoding="utf-8"?>
<a:theme xmlns:a="http://schemas.openxmlformats.org/drawingml/2006/main" name="OT-PPT-Theme-2021">
  <a:themeElements>
    <a:clrScheme name="Custom 2">
      <a:dk1>
        <a:srgbClr val="000000"/>
      </a:dk1>
      <a:lt1>
        <a:srgbClr val="FFFFFF"/>
      </a:lt1>
      <a:dk2>
        <a:srgbClr val="383848"/>
      </a:dk2>
      <a:lt2>
        <a:srgbClr val="E8E9EC"/>
      </a:lt2>
      <a:accent1>
        <a:srgbClr val="00008B"/>
      </a:accent1>
      <a:accent2>
        <a:srgbClr val="1A69FF"/>
      </a:accent2>
      <a:accent3>
        <a:srgbClr val="67677C"/>
      </a:accent3>
      <a:accent4>
        <a:srgbClr val="E8E9EC"/>
      </a:accent4>
      <a:accent5>
        <a:srgbClr val="00E6E6"/>
      </a:accent5>
      <a:accent6>
        <a:srgbClr val="001D50"/>
      </a:accent6>
      <a:hlink>
        <a:srgbClr val="1A69FF"/>
      </a:hlink>
      <a:folHlink>
        <a:srgbClr val="DCE3F1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penTex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/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accent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spcBef>
            <a:spcPts val="0"/>
          </a:spcBef>
          <a:spcAft>
            <a:spcPts val="0"/>
          </a:spcAft>
          <a:defRPr dirty="0" err="1" smtClean="0"/>
        </a:defPPr>
      </a:lstStyle>
    </a:txDef>
  </a:objectDefaults>
  <a:extraClrSchemeLst/>
  <a:custClrLst>
    <a:custClr name="OT Blue">
      <a:srgbClr val="0072AA"/>
    </a:custClr>
    <a:custClr name="OT Mid Blue">
      <a:srgbClr val="2DA3E0"/>
    </a:custClr>
    <a:custClr name="OT Gray">
      <a:srgbClr val="9F9FA2"/>
    </a:custClr>
    <a:custClr name="ECM">
      <a:srgbClr val="2DA3E0"/>
    </a:custClr>
    <a:custClr name="BPM">
      <a:srgbClr val="00A389"/>
    </a:custClr>
    <a:custClr name="CEM">
      <a:srgbClr val="9370B1"/>
    </a:custClr>
    <a:custClr name="Discovery">
      <a:srgbClr val="EEB111"/>
    </a:custClr>
    <a:custClr name="iX">
      <a:srgbClr val="8DC63F"/>
    </a:custClr>
  </a:custClrLst>
  <a:extLst>
    <a:ext uri="{05A4C25C-085E-4340-85A3-A5531E510DB2}">
      <thm15:themeFamily xmlns:thm15="http://schemas.microsoft.com/office/thememl/2012/main" name="OT-PPT-Theme-2021" id="{7806DA3A-2B76-5C43-982F-E0C787514AFF}" vid="{DF8D9FB0-FEA7-744A-B945-F6B63D35C81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2618EEBB7A1294698993C1F646F1922" ma:contentTypeVersion="12" ma:contentTypeDescription="Create a new document." ma:contentTypeScope="" ma:versionID="b9a440e2f98aa7fc6f4b5efde1eea5a6">
  <xsd:schema xmlns:xsd="http://www.w3.org/2001/XMLSchema" xmlns:xs="http://www.w3.org/2001/XMLSchema" xmlns:p="http://schemas.microsoft.com/office/2006/metadata/properties" xmlns:ns2="e4aa61da-a2a3-4038-a449-73dff7f81fe8" xmlns:ns3="4265f539-f736-44de-80bd-ffaac20c8a6a" targetNamespace="http://schemas.microsoft.com/office/2006/metadata/properties" ma:root="true" ma:fieldsID="8ef7b02a922dbf5ddab7cbe4f3e9b0d8" ns2:_="" ns3:_="">
    <xsd:import namespace="e4aa61da-a2a3-4038-a449-73dff7f81fe8"/>
    <xsd:import namespace="4265f539-f736-44de-80bd-ffaac20c8a6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aa61da-a2a3-4038-a449-73dff7f81fe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5f4b12bb-d2c2-4f7f-91bc-93642a14bd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65f539-f736-44de-80bd-ffaac20c8a6a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551a22b-262f-4f5a-a96c-ad9270594446}" ma:internalName="TaxCatchAll" ma:showField="CatchAllData" ma:web="4265f539-f736-44de-80bd-ffaac20c8a6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4aa61da-a2a3-4038-a449-73dff7f81fe8">
      <Terms xmlns="http://schemas.microsoft.com/office/infopath/2007/PartnerControls"/>
    </lcf76f155ced4ddcb4097134ff3c332f>
    <TaxCatchAll xmlns="4265f539-f736-44de-80bd-ffaac20c8a6a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C631A7E-C6C7-42BA-8094-85CC9DB566E7}"/>
</file>

<file path=customXml/itemProps2.xml><?xml version="1.0" encoding="utf-8"?>
<ds:datastoreItem xmlns:ds="http://schemas.openxmlformats.org/officeDocument/2006/customXml" ds:itemID="{98ECE432-8B3E-4A79-B359-250919C41C00}">
  <ds:schemaRefs>
    <ds:schemaRef ds:uri="http://schemas.microsoft.com/office/infopath/2007/PartnerControls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purl.org/dc/dcmitype/"/>
    <ds:schemaRef ds:uri="http://purl.org/dc/elements/1.1/"/>
    <ds:schemaRef ds:uri="10119976-1d2a-4471-9d25-3565f04f672d"/>
    <ds:schemaRef ds:uri="http://schemas.microsoft.com/office/2006/metadata/properties"/>
    <ds:schemaRef ds:uri="http://www.w3.org/XML/1998/namespace"/>
    <ds:schemaRef ds:uri="69ba15c1-fa9e-4a5e-8314-c4c24ffacb50"/>
    <ds:schemaRef ds:uri="43127f00-c090-4e20-bde1-f64b40cf4e3d"/>
  </ds:schemaRefs>
</ds:datastoreItem>
</file>

<file path=customXml/itemProps3.xml><?xml version="1.0" encoding="utf-8"?>
<ds:datastoreItem xmlns:ds="http://schemas.openxmlformats.org/officeDocument/2006/customXml" ds:itemID="{4B2E3385-3D2A-476E-8096-71EA1A755E3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10262</TotalTime>
  <Words>301</Words>
  <Application>Microsoft Office PowerPoint</Application>
  <PresentationFormat>Custom</PresentationFormat>
  <Paragraphs>87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SimSun</vt:lpstr>
      <vt:lpstr>AllerMod Regular</vt:lpstr>
      <vt:lpstr>Arial</vt:lpstr>
      <vt:lpstr>Calibri</vt:lpstr>
      <vt:lpstr>Wingdings</vt:lpstr>
      <vt:lpstr>OT-PPT-Theme-2021</vt:lpstr>
      <vt:lpstr>PowerPoint Presentation</vt:lpstr>
      <vt:lpstr>OTDS Cloud-Native 25.4 - Architecture</vt:lpstr>
      <vt:lpstr>Communications Cloud-Native 25.4 – Architecture</vt:lpstr>
      <vt:lpstr>Communications v25.4 – K8s / OpenShift Cluster</vt:lpstr>
      <vt:lpstr>Tenant and Domains</vt:lpstr>
      <vt:lpstr>Q&amp;A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Exstream Cloud Edition (CE) version 20.4</dc:title>
  <dc:creator>Tami May</dc:creator>
  <cp:lastModifiedBy>Kamalraj Ramalingam</cp:lastModifiedBy>
  <cp:revision>273</cp:revision>
  <cp:lastPrinted>2020-10-22T12:55:06Z</cp:lastPrinted>
  <dcterms:created xsi:type="dcterms:W3CDTF">2020-10-20T20:00:08Z</dcterms:created>
  <dcterms:modified xsi:type="dcterms:W3CDTF">2026-01-16T22:53:57Z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0x01010072618EEBB7A1294698993C1F646F1922</vt:lpwstr>
  </property>
</Properties>
</file>